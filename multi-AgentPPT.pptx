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3" r:id="rId3"/>
    <p:sldId id="258" r:id="rId4"/>
    <p:sldId id="260" r:id="rId5"/>
    <p:sldId id="268" r:id="rId6"/>
    <p:sldId id="261" r:id="rId7"/>
    <p:sldId id="271" r:id="rId8"/>
    <p:sldId id="263" r:id="rId9"/>
    <p:sldId id="286" r:id="rId10"/>
    <p:sldId id="270" r:id="rId11"/>
    <p:sldId id="265" r:id="rId12"/>
    <p:sldId id="291" r:id="rId13"/>
    <p:sldId id="264" r:id="rId14"/>
    <p:sldId id="267" r:id="rId15"/>
    <p:sldId id="269" r:id="rId16"/>
    <p:sldId id="287" r:id="rId17"/>
    <p:sldId id="272" r:id="rId18"/>
    <p:sldId id="277" r:id="rId19"/>
    <p:sldId id="275" r:id="rId20"/>
    <p:sldId id="262" r:id="rId21"/>
    <p:sldId id="276" r:id="rId22"/>
    <p:sldId id="288" r:id="rId23"/>
    <p:sldId id="281" r:id="rId24"/>
    <p:sldId id="278" r:id="rId25"/>
    <p:sldId id="282" r:id="rId26"/>
    <p:sldId id="283" r:id="rId27"/>
    <p:sldId id="273" r:id="rId28"/>
    <p:sldId id="29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8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noFill/>
            <a:effectLst/>
          </c:spPr>
          <c:explosion val="0"/>
          <c:dPt>
            <c:idx val="0"/>
            <c:bubble3D val="0"/>
            <c:explosion val="8"/>
            <c:spPr>
              <a:noFill/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4d0d3caf-e9c3-49a7-950a-40e2ab11a856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noFill/>
            <a:effectLst/>
          </c:spPr>
          <c:explosion val="0"/>
          <c:dPt>
            <c:idx val="0"/>
            <c:bubble3D val="0"/>
            <c:explosion val="7"/>
            <c:spPr>
              <a:noFill/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07714e82-3b0f-4099-9950-d2010d5fc343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noFill/>
            <a:effectLst/>
          </c:spPr>
          <c:explosion val="0"/>
          <c:dPt>
            <c:idx val="0"/>
            <c:bubble3D val="0"/>
            <c:explosion val="28"/>
            <c:spPr>
              <a:noFill/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63fbff47-cad1-4207-b2d8-b26a0ec80b9b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noFill/>
            <a:effectLst/>
          </c:spPr>
          <c:explosion val="0"/>
          <c:dPt>
            <c:idx val="0"/>
            <c:bubble3D val="0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explosion val="10"/>
            <c:spPr>
              <a:noFill/>
              <a:ln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eb78e1f9-a332-4081-90b7-b32a294d0928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noFill/>
            <a:effectLst/>
          </c:spPr>
          <c:explosion val="0"/>
          <c:dPt>
            <c:idx val="0"/>
            <c:bubble3D val="0"/>
            <c:spPr>
              <a:noFill/>
              <a:ln w="19050">
                <a:solidFill>
                  <a:schemeClr val="bg1"/>
                </a:solidFill>
              </a:ln>
              <a:effectLst/>
            </c:spPr>
          </c:dPt>
          <c:dPt>
            <c:idx val="1"/>
            <c:bubble3D val="0"/>
            <c:explosion val="22"/>
            <c:spPr>
              <a:blipFill>
                <a:blip xmlns:r="http://schemas.openxmlformats.org/officeDocument/2006/relationships" r:embed="rId2"/>
                <a:stretch>
                  <a:fillRect/>
                </a:stretch>
              </a:blipFill>
              <a:ln w="19050">
                <a:solidFill>
                  <a:schemeClr val="bg1"/>
                </a:solidFill>
              </a:ln>
              <a:effectLst/>
            </c:spPr>
          </c:dPt>
          <c:dPt>
            <c:idx val="2"/>
            <c:bubble3D val="0"/>
            <c:spPr>
              <a:noFill/>
              <a:ln w="19050">
                <a:solidFill>
                  <a:schemeClr val="bg1"/>
                </a:solidFill>
              </a:ln>
              <a:effectLst/>
            </c:spPr>
          </c:dPt>
          <c:dPt>
            <c:idx val="3"/>
            <c:bubble3D val="0"/>
            <c:spPr>
              <a:noFill/>
              <a:ln w="19050">
                <a:solidFill>
                  <a:schemeClr val="bg1"/>
                </a:solidFill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9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6507611a-d059-417c-b0fa-8065466bb5c8}"/>
      </c:ext>
    </c:extLst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 sz="1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dLbls>
            <c:delete val="1"/>
          </c:dLbls>
          <c:cat>
            <c:numRef>
              <c:f>工作表1!$A$2:$A$6</c:f>
              <c:numCache>
                <c:formatCode>m/d/yy</c:formatCode>
                <c:ptCount val="5"/>
                <c:pt idx="0" c:formatCode="m/d/yy">
                  <c:v>37261</c:v>
                </c:pt>
                <c:pt idx="1" c:formatCode="m/d/yy">
                  <c:v>37262</c:v>
                </c:pt>
                <c:pt idx="2" c:formatCode="m/d/yy">
                  <c:v>37263</c:v>
                </c:pt>
                <c:pt idx="3" c:formatCode="m/d/yy">
                  <c:v>37264</c:v>
                </c:pt>
                <c:pt idx="4" c:formatCode="m/d/yy">
                  <c:v>37265</c:v>
                </c:pt>
              </c:numCache>
            </c:numRef>
          </c:cat>
          <c:val>
            <c:numRef>
              <c:f>工作表1!$B$2:$B$6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dLbls>
            <c:delete val="1"/>
          </c:dLbls>
          <c:cat>
            <c:numRef>
              <c:f>工作表1!$A$2:$A$6</c:f>
              <c:numCache>
                <c:formatCode>m/d/yy</c:formatCode>
                <c:ptCount val="5"/>
                <c:pt idx="0" c:formatCode="m/d/yy">
                  <c:v>37261</c:v>
                </c:pt>
                <c:pt idx="1" c:formatCode="m/d/yy">
                  <c:v>37262</c:v>
                </c:pt>
                <c:pt idx="2" c:formatCode="m/d/yy">
                  <c:v>37263</c:v>
                </c:pt>
                <c:pt idx="3" c:formatCode="m/d/yy">
                  <c:v>37264</c:v>
                </c:pt>
                <c:pt idx="4" c:formatCode="m/d/yy">
                  <c:v>37265</c:v>
                </c:pt>
              </c:numCache>
            </c:numRef>
          </c:cat>
          <c:val>
            <c:numRef>
              <c:f>工作表1!$C$2:$C$6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00744856"/>
        <c:axId val="800745248"/>
      </c:areaChart>
      <c:dateAx>
        <c:axId val="800744856"/>
        <c:scaling>
          <c:orientation val="minMax"/>
        </c:scaling>
        <c:delete val="0"/>
        <c:axPos val="b"/>
        <c:numFmt formatCode="m/d/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</a:p>
        </c:txPr>
        <c:crossAx val="800745248"/>
        <c:crosses val="autoZero"/>
        <c:auto val="1"/>
        <c:lblOffset val="100"/>
        <c:baseTimeUnit val="days"/>
      </c:dateAx>
      <c:valAx>
        <c:axId val="800745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pPr>
          </a:p>
        </c:txPr>
        <c:crossAx val="8007448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09934bd9-d2c8-414f-9495-936e6eda96bd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F9BBFA9-0134-4BA8-A32B-0F87EEAC57C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7F03E6-6CD7-46B5-AF74-70F42438139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chart" Target="../charts/chart4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microsoft.com/office/2007/relationships/hdphoto" Target="../media/image13.wdp"/><Relationship Id="rId1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98"/>
          <a:stretch>
            <a:fillRect/>
          </a:stretch>
        </p:blipFill>
        <p:spPr>
          <a:xfrm rot="10800000">
            <a:off x="0" y="0"/>
            <a:ext cx="5718236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98602" y="1586031"/>
            <a:ext cx="59843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科技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改变</a:t>
            </a:r>
            <a:r>
              <a:rPr lang="zh-CN" altLang="en-US" sz="4400" spc="-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生活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   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智慧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创造未来</a:t>
            </a:r>
            <a:endParaRPr lang="zh-CN" altLang="en-US" sz="4400" spc="-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启笛简体" panose="02000000000000000000" pitchFamily="2" charset="-122"/>
              <a:ea typeface="方正启笛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6" name="TextBox 36"/>
          <p:cNvSpPr txBox="1"/>
          <p:nvPr/>
        </p:nvSpPr>
        <p:spPr>
          <a:xfrm>
            <a:off x="2967220" y="5209437"/>
            <a:ext cx="6047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npin heiti" panose="00000500000000000000" pitchFamily="2" charset="-122"/>
              </a:rPr>
              <a:t>输入企业名称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npin heiti" panose="00000500000000000000" pitchFamily="2" charset="-122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3024554" y="4546371"/>
            <a:ext cx="5932429" cy="61377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 content is typed here, or by copying your text, select Paste in this box and choose to retain only the text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Your content is typed here, 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by copying your text, select 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Paste in this box and choose to retain only the text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499" y="2328812"/>
            <a:ext cx="8509002" cy="24183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523" y="780753"/>
            <a:ext cx="4826549" cy="5143500"/>
          </a:xfrm>
          <a:prstGeom prst="rect">
            <a:avLst/>
          </a:prstGeom>
        </p:spPr>
      </p:pic>
      <p:sp>
        <p:nvSpPr>
          <p:cNvPr id="3" name="TextBox 13"/>
          <p:cNvSpPr txBox="1"/>
          <p:nvPr/>
        </p:nvSpPr>
        <p:spPr>
          <a:xfrm>
            <a:off x="2028576" y="1214183"/>
            <a:ext cx="2307042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zh-CN"/>
            </a:defPPr>
            <a:lvl1pPr algn="ctr">
              <a:defRPr sz="7200">
                <a:gradFill>
                  <a:gsLst>
                    <a:gs pos="0">
                      <a:srgbClr val="2A4DFE"/>
                    </a:gs>
                    <a:gs pos="37000">
                      <a:srgbClr val="4F92FF"/>
                    </a:gs>
                    <a:gs pos="65000">
                      <a:srgbClr val="44028C"/>
                    </a:gs>
                    <a:gs pos="100000">
                      <a:srgbClr val="FF09A7"/>
                    </a:gs>
                    <a:gs pos="79000">
                      <a:srgbClr val="B00071"/>
                    </a:gs>
                  </a:gsLst>
                  <a:lin ang="5400000" scaled="0"/>
                </a:gradFill>
                <a:latin typeface="HelveticaNeueLT Pro 35 Th" pitchFamily="34" charset="0"/>
                <a:ea typeface="华文细黑" panose="02010600040101010101" pitchFamily="2" charset="-122"/>
                <a:cs typeface="华文黑体" pitchFamily="2" charset="-122"/>
              </a:defRPr>
            </a:lvl1pPr>
          </a:lstStyle>
          <a:p>
            <a:pPr algn="l"/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4"/>
          <p:cNvSpPr txBox="1"/>
          <p:nvPr/>
        </p:nvSpPr>
        <p:spPr>
          <a:xfrm>
            <a:off x="2233722" y="2375538"/>
            <a:ext cx="23893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CONTENTS</a:t>
            </a:r>
            <a:endParaRPr lang="zh-CN" altLang="en-US" sz="3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63438" y="1831132"/>
            <a:ext cx="448821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        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点击添加标题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386072" y="2468985"/>
            <a:ext cx="70207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>
                <a:latin typeface="Impact" panose="020B0806030902050204" pitchFamily="34" charset="0"/>
                <a:ea typeface="微软雅黑" panose="020B0503020204020204" pitchFamily="34" charset="-122"/>
              </a:rPr>
              <a:t>2</a:t>
            </a:r>
            <a:endParaRPr lang="zh-CN" altLang="en-US" sz="270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63438" y="2468985"/>
            <a:ext cx="448821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       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点击添加标题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386072" y="3106839"/>
            <a:ext cx="70207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>
                <a:latin typeface="Impact" panose="020B0806030902050204" pitchFamily="34" charset="0"/>
                <a:ea typeface="微软雅黑" panose="020B0503020204020204" pitchFamily="34" charset="-122"/>
              </a:rPr>
              <a:t>3</a:t>
            </a:r>
            <a:endParaRPr lang="zh-CN" altLang="en-US" sz="270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63438" y="3106839"/>
            <a:ext cx="448821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         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点击添加标题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386072" y="3744691"/>
            <a:ext cx="70207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>
                <a:latin typeface="Impact" panose="020B0806030902050204" pitchFamily="34" charset="0"/>
                <a:ea typeface="微软雅黑" panose="020B0503020204020204" pitchFamily="34" charset="-122"/>
              </a:rPr>
              <a:t>4</a:t>
            </a:r>
            <a:endParaRPr lang="zh-CN" altLang="en-US" sz="270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163438" y="3744691"/>
            <a:ext cx="448821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         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点击添加标题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386072" y="4374688"/>
            <a:ext cx="70207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>
                <a:latin typeface="Impact" panose="020B0806030902050204" pitchFamily="34" charset="0"/>
                <a:ea typeface="微软雅黑" panose="020B0503020204020204" pitchFamily="34" charset="-122"/>
              </a:rPr>
              <a:t>5</a:t>
            </a:r>
            <a:endParaRPr lang="zh-CN" altLang="en-US" sz="2700"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63438" y="4374688"/>
            <a:ext cx="448821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       </a:t>
            </a:r>
            <a:r>
              <a:rPr lang="zh-CN" altLang="en-US" sz="2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     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华文黑体" pitchFamily="2" charset="-122"/>
              </a:rPr>
              <a:t>点击添加标题</a:t>
            </a:r>
            <a:endParaRPr lang="zh-CN" alt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华文黑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386072" y="1831132"/>
            <a:ext cx="702078" cy="491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700" dirty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1</a:t>
            </a:r>
            <a:endParaRPr lang="zh-CN" altLang="en-US" sz="2700" dirty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948" y="3885868"/>
            <a:ext cx="4470251" cy="2979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4541098" y="1529582"/>
            <a:ext cx="3119967" cy="219921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73835">
              <a:defRPr/>
            </a:pPr>
            <a:endParaRPr lang="zh-CN" altLang="en-US" sz="2135"/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2862581" y="4111445"/>
            <a:ext cx="6477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在此输入过渡页标题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2895389" y="5070296"/>
            <a:ext cx="6411384" cy="379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65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点击录入此部分的内容及说明，简单扼要。</a:t>
            </a:r>
            <a:endParaRPr lang="zh-CN" altLang="en-US" sz="1865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5319457" y="1703148"/>
            <a:ext cx="1563248" cy="189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11735">
                <a:solidFill>
                  <a:schemeClr val="bg1"/>
                </a:solidFill>
                <a:latin typeface="Impact" panose="020B0806030902050204" pitchFamily="34" charset="0"/>
              </a:rPr>
              <a:t>01</a:t>
            </a:r>
            <a:endParaRPr lang="zh-CN" altLang="en-US" sz="11735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9"/>
          <a:stretch>
            <a:fillRect/>
          </a:stretch>
        </p:blipFill>
        <p:spPr>
          <a:xfrm>
            <a:off x="0" y="5783226"/>
            <a:ext cx="12192000" cy="10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4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任意多边形 11"/>
          <p:cNvSpPr>
            <a:spLocks noChangeArrowheads="1"/>
          </p:cNvSpPr>
          <p:nvPr/>
        </p:nvSpPr>
        <p:spPr bwMode="auto">
          <a:xfrm>
            <a:off x="3504223" y="3166456"/>
            <a:ext cx="2419771" cy="3687313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  <a:endParaRPr lang="zh-CN" altLang="zh-CN" sz="2400">
              <a:solidFill>
                <a:schemeClr val="bg1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任意多边形 14"/>
          <p:cNvSpPr>
            <a:spLocks noChangeArrowheads="1"/>
          </p:cNvSpPr>
          <p:nvPr/>
        </p:nvSpPr>
        <p:spPr bwMode="auto">
          <a:xfrm>
            <a:off x="4799849" y="2556664"/>
            <a:ext cx="1324204" cy="4297101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  <a:endParaRPr lang="zh-CN" altLang="zh-CN" sz="2400">
              <a:solidFill>
                <a:schemeClr val="bg1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任意多边形 18"/>
          <p:cNvSpPr>
            <a:spLocks noChangeArrowheads="1"/>
          </p:cNvSpPr>
          <p:nvPr/>
        </p:nvSpPr>
        <p:spPr bwMode="auto">
          <a:xfrm flipH="1">
            <a:off x="6324112" y="3166456"/>
            <a:ext cx="2419771" cy="3687313"/>
          </a:xfrm>
          <a:custGeom>
            <a:avLst/>
            <a:gdLst>
              <a:gd name="T0" fmla="*/ 1028700 w 2419350"/>
              <a:gd name="T1" fmla="*/ 542925 h 3686175"/>
              <a:gd name="T2" fmla="*/ 819150 w 2419350"/>
              <a:gd name="T3" fmla="*/ 657225 h 3686175"/>
              <a:gd name="T4" fmla="*/ 1019175 w 2419350"/>
              <a:gd name="T5" fmla="*/ 0 h 3686175"/>
              <a:gd name="T6" fmla="*/ 1647825 w 2419350"/>
              <a:gd name="T7" fmla="*/ 190500 h 3686175"/>
              <a:gd name="T8" fmla="*/ 1485900 w 2419350"/>
              <a:gd name="T9" fmla="*/ 295275 h 3686175"/>
              <a:gd name="T10" fmla="*/ 2419350 w 2419350"/>
              <a:gd name="T11" fmla="*/ 2000250 h 3686175"/>
              <a:gd name="T12" fmla="*/ 1295400 w 2419350"/>
              <a:gd name="T13" fmla="*/ 3686175 h 3686175"/>
              <a:gd name="T14" fmla="*/ 0 w 2419350"/>
              <a:gd name="T15" fmla="*/ 3686175 h 3686175"/>
              <a:gd name="T16" fmla="*/ 2209800 w 2419350"/>
              <a:gd name="T17" fmla="*/ 2000250 h 3686175"/>
              <a:gd name="T18" fmla="*/ 1028700 w 2419350"/>
              <a:gd name="T19" fmla="*/ 542925 h 36861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2419350"/>
              <a:gd name="T31" fmla="*/ 0 h 3686175"/>
              <a:gd name="T32" fmla="*/ 2419350 w 2419350"/>
              <a:gd name="T33" fmla="*/ 3686175 h 36861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2419350" h="3686175">
                <a:moveTo>
                  <a:pt x="1028700" y="542925"/>
                </a:moveTo>
                <a:lnTo>
                  <a:pt x="819150" y="657225"/>
                </a:lnTo>
                <a:lnTo>
                  <a:pt x="1019175" y="0"/>
                </a:lnTo>
                <a:lnTo>
                  <a:pt x="1647825" y="190500"/>
                </a:lnTo>
                <a:lnTo>
                  <a:pt x="1485900" y="295275"/>
                </a:lnTo>
                <a:lnTo>
                  <a:pt x="2419350" y="2000250"/>
                </a:lnTo>
                <a:lnTo>
                  <a:pt x="1295400" y="3686175"/>
                </a:lnTo>
                <a:lnTo>
                  <a:pt x="0" y="3686175"/>
                </a:lnTo>
                <a:lnTo>
                  <a:pt x="2209800" y="2000250"/>
                </a:lnTo>
                <a:lnTo>
                  <a:pt x="1028700" y="54292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  <a:endParaRPr lang="zh-CN" altLang="zh-CN" sz="2400">
              <a:solidFill>
                <a:schemeClr val="bg1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任意多边形 19"/>
          <p:cNvSpPr>
            <a:spLocks noChangeArrowheads="1"/>
          </p:cNvSpPr>
          <p:nvPr/>
        </p:nvSpPr>
        <p:spPr bwMode="auto">
          <a:xfrm flipH="1">
            <a:off x="6124054" y="2556664"/>
            <a:ext cx="1324204" cy="4297101"/>
          </a:xfrm>
          <a:custGeom>
            <a:avLst/>
            <a:gdLst>
              <a:gd name="T0" fmla="*/ 1257300 w 1323975"/>
              <a:gd name="T1" fmla="*/ 352425 h 4295775"/>
              <a:gd name="T2" fmla="*/ 733425 w 1323975"/>
              <a:gd name="T3" fmla="*/ 0 h 4295775"/>
              <a:gd name="T4" fmla="*/ 352425 w 1323975"/>
              <a:gd name="T5" fmla="*/ 552450 h 4295775"/>
              <a:gd name="T6" fmla="*/ 542925 w 1323975"/>
              <a:gd name="T7" fmla="*/ 523875 h 4295775"/>
              <a:gd name="T8" fmla="*/ 1123950 w 1323975"/>
              <a:gd name="T9" fmla="*/ 2609850 h 4295775"/>
              <a:gd name="T10" fmla="*/ 0 w 1323975"/>
              <a:gd name="T11" fmla="*/ 4295775 h 4295775"/>
              <a:gd name="T12" fmla="*/ 1323975 w 1323975"/>
              <a:gd name="T13" fmla="*/ 4295775 h 4295775"/>
              <a:gd name="T14" fmla="*/ 1323975 w 1323975"/>
              <a:gd name="T15" fmla="*/ 2600325 h 4295775"/>
              <a:gd name="T16" fmla="*/ 1085850 w 1323975"/>
              <a:gd name="T17" fmla="*/ 390525 h 4295775"/>
              <a:gd name="T18" fmla="*/ 1257300 w 1323975"/>
              <a:gd name="T19" fmla="*/ 352425 h 429577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323975"/>
              <a:gd name="T31" fmla="*/ 0 h 4295775"/>
              <a:gd name="T32" fmla="*/ 1323975 w 1323975"/>
              <a:gd name="T33" fmla="*/ 4295775 h 429577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323975" h="4295775">
                <a:moveTo>
                  <a:pt x="1257300" y="352425"/>
                </a:moveTo>
                <a:lnTo>
                  <a:pt x="733425" y="0"/>
                </a:lnTo>
                <a:lnTo>
                  <a:pt x="352425" y="552450"/>
                </a:lnTo>
                <a:lnTo>
                  <a:pt x="542925" y="523875"/>
                </a:lnTo>
                <a:lnTo>
                  <a:pt x="1123950" y="2609850"/>
                </a:lnTo>
                <a:lnTo>
                  <a:pt x="0" y="4295775"/>
                </a:lnTo>
                <a:lnTo>
                  <a:pt x="1323975" y="4295775"/>
                </a:lnTo>
                <a:lnTo>
                  <a:pt x="1323975" y="2600325"/>
                </a:lnTo>
                <a:lnTo>
                  <a:pt x="1085850" y="390525"/>
                </a:lnTo>
                <a:lnTo>
                  <a:pt x="1257300" y="352425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/>
            <a:endParaRPr lang="zh-CN" altLang="zh-CN" sz="2400">
              <a:solidFill>
                <a:schemeClr val="bg1"/>
              </a:solidFill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grpSp>
        <p:nvGrpSpPr>
          <p:cNvPr id="38" name="组合 20"/>
          <p:cNvGrpSpPr/>
          <p:nvPr/>
        </p:nvGrpSpPr>
        <p:grpSpPr bwMode="auto">
          <a:xfrm>
            <a:off x="4299698" y="6399600"/>
            <a:ext cx="466807" cy="354123"/>
            <a:chOff x="0" y="0"/>
            <a:chExt cx="509646" cy="387231"/>
          </a:xfrm>
        </p:grpSpPr>
        <p:sp>
          <p:nvSpPr>
            <p:cNvPr id="39" name="Freeform 20"/>
            <p:cNvSpPr>
              <a:spLocks noEditPoints="1" noChangeArrowheads="1"/>
            </p:cNvSpPr>
            <p:nvPr/>
          </p:nvSpPr>
          <p:spPr bwMode="auto">
            <a:xfrm>
              <a:off x="0" y="51839"/>
              <a:ext cx="337890" cy="335392"/>
            </a:xfrm>
            <a:custGeom>
              <a:avLst/>
              <a:gdLst>
                <a:gd name="T0" fmla="*/ 229 w 229"/>
                <a:gd name="T1" fmla="*/ 128 h 227"/>
                <a:gd name="T2" fmla="*/ 229 w 229"/>
                <a:gd name="T3" fmla="*/ 98 h 227"/>
                <a:gd name="T4" fmla="*/ 206 w 229"/>
                <a:gd name="T5" fmla="*/ 93 h 227"/>
                <a:gd name="T6" fmla="*/ 200 w 229"/>
                <a:gd name="T7" fmla="*/ 76 h 227"/>
                <a:gd name="T8" fmla="*/ 216 w 229"/>
                <a:gd name="T9" fmla="*/ 58 h 227"/>
                <a:gd name="T10" fmla="*/ 198 w 229"/>
                <a:gd name="T11" fmla="*/ 34 h 227"/>
                <a:gd name="T12" fmla="*/ 176 w 229"/>
                <a:gd name="T13" fmla="*/ 44 h 227"/>
                <a:gd name="T14" fmla="*/ 161 w 229"/>
                <a:gd name="T15" fmla="*/ 33 h 227"/>
                <a:gd name="T16" fmla="*/ 164 w 229"/>
                <a:gd name="T17" fmla="*/ 9 h 227"/>
                <a:gd name="T18" fmla="*/ 135 w 229"/>
                <a:gd name="T19" fmla="*/ 0 h 227"/>
                <a:gd name="T20" fmla="*/ 123 w 229"/>
                <a:gd name="T21" fmla="*/ 20 h 227"/>
                <a:gd name="T22" fmla="*/ 114 w 229"/>
                <a:gd name="T23" fmla="*/ 20 h 227"/>
                <a:gd name="T24" fmla="*/ 105 w 229"/>
                <a:gd name="T25" fmla="*/ 20 h 227"/>
                <a:gd name="T26" fmla="*/ 93 w 229"/>
                <a:gd name="T27" fmla="*/ 0 h 227"/>
                <a:gd name="T28" fmla="*/ 65 w 229"/>
                <a:gd name="T29" fmla="*/ 9 h 227"/>
                <a:gd name="T30" fmla="*/ 67 w 229"/>
                <a:gd name="T31" fmla="*/ 33 h 227"/>
                <a:gd name="T32" fmla="*/ 52 w 229"/>
                <a:gd name="T33" fmla="*/ 44 h 227"/>
                <a:gd name="T34" fmla="*/ 30 w 229"/>
                <a:gd name="T35" fmla="*/ 34 h 227"/>
                <a:gd name="T36" fmla="*/ 13 w 229"/>
                <a:gd name="T37" fmla="*/ 58 h 227"/>
                <a:gd name="T38" fmla="*/ 29 w 229"/>
                <a:gd name="T39" fmla="*/ 76 h 227"/>
                <a:gd name="T40" fmla="*/ 23 w 229"/>
                <a:gd name="T41" fmla="*/ 94 h 227"/>
                <a:gd name="T42" fmla="*/ 0 w 229"/>
                <a:gd name="T43" fmla="*/ 98 h 227"/>
                <a:gd name="T44" fmla="*/ 0 w 229"/>
                <a:gd name="T45" fmla="*/ 128 h 227"/>
                <a:gd name="T46" fmla="*/ 23 w 229"/>
                <a:gd name="T47" fmla="*/ 133 h 227"/>
                <a:gd name="T48" fmla="*/ 29 w 229"/>
                <a:gd name="T49" fmla="*/ 151 h 227"/>
                <a:gd name="T50" fmla="*/ 13 w 229"/>
                <a:gd name="T51" fmla="*/ 169 h 227"/>
                <a:gd name="T52" fmla="*/ 31 w 229"/>
                <a:gd name="T53" fmla="*/ 193 h 227"/>
                <a:gd name="T54" fmla="*/ 52 w 229"/>
                <a:gd name="T55" fmla="*/ 183 h 227"/>
                <a:gd name="T56" fmla="*/ 67 w 229"/>
                <a:gd name="T57" fmla="*/ 194 h 227"/>
                <a:gd name="T58" fmla="*/ 65 w 229"/>
                <a:gd name="T59" fmla="*/ 218 h 227"/>
                <a:gd name="T60" fmla="*/ 93 w 229"/>
                <a:gd name="T61" fmla="*/ 227 h 227"/>
                <a:gd name="T62" fmla="*/ 105 w 229"/>
                <a:gd name="T63" fmla="*/ 206 h 227"/>
                <a:gd name="T64" fmla="*/ 114 w 229"/>
                <a:gd name="T65" fmla="*/ 207 h 227"/>
                <a:gd name="T66" fmla="*/ 124 w 229"/>
                <a:gd name="T67" fmla="*/ 206 h 227"/>
                <a:gd name="T68" fmla="*/ 135 w 229"/>
                <a:gd name="T69" fmla="*/ 227 h 227"/>
                <a:gd name="T70" fmla="*/ 164 w 229"/>
                <a:gd name="T71" fmla="*/ 217 h 227"/>
                <a:gd name="T72" fmla="*/ 161 w 229"/>
                <a:gd name="T73" fmla="*/ 194 h 227"/>
                <a:gd name="T74" fmla="*/ 176 w 229"/>
                <a:gd name="T75" fmla="*/ 183 h 227"/>
                <a:gd name="T76" fmla="*/ 198 w 229"/>
                <a:gd name="T77" fmla="*/ 193 h 227"/>
                <a:gd name="T78" fmla="*/ 216 w 229"/>
                <a:gd name="T79" fmla="*/ 168 h 227"/>
                <a:gd name="T80" fmla="*/ 200 w 229"/>
                <a:gd name="T81" fmla="*/ 151 h 227"/>
                <a:gd name="T82" fmla="*/ 206 w 229"/>
                <a:gd name="T83" fmla="*/ 133 h 227"/>
                <a:gd name="T84" fmla="*/ 229 w 229"/>
                <a:gd name="T85" fmla="*/ 128 h 227"/>
                <a:gd name="T86" fmla="*/ 114 w 229"/>
                <a:gd name="T87" fmla="*/ 180 h 227"/>
                <a:gd name="T88" fmla="*/ 47 w 229"/>
                <a:gd name="T89" fmla="*/ 113 h 227"/>
                <a:gd name="T90" fmla="*/ 114 w 229"/>
                <a:gd name="T91" fmla="*/ 46 h 227"/>
                <a:gd name="T92" fmla="*/ 181 w 229"/>
                <a:gd name="T93" fmla="*/ 113 h 227"/>
                <a:gd name="T94" fmla="*/ 114 w 229"/>
                <a:gd name="T95" fmla="*/ 180 h 227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29"/>
                <a:gd name="T145" fmla="*/ 0 h 227"/>
                <a:gd name="T146" fmla="*/ 229 w 229"/>
                <a:gd name="T147" fmla="*/ 227 h 227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29" h="227">
                  <a:moveTo>
                    <a:pt x="229" y="128"/>
                  </a:moveTo>
                  <a:cubicBezTo>
                    <a:pt x="229" y="98"/>
                    <a:pt x="229" y="98"/>
                    <a:pt x="229" y="98"/>
                  </a:cubicBezTo>
                  <a:cubicBezTo>
                    <a:pt x="206" y="93"/>
                    <a:pt x="206" y="93"/>
                    <a:pt x="206" y="93"/>
                  </a:cubicBezTo>
                  <a:cubicBezTo>
                    <a:pt x="204" y="87"/>
                    <a:pt x="202" y="81"/>
                    <a:pt x="200" y="76"/>
                  </a:cubicBezTo>
                  <a:cubicBezTo>
                    <a:pt x="216" y="58"/>
                    <a:pt x="216" y="58"/>
                    <a:pt x="216" y="58"/>
                  </a:cubicBezTo>
                  <a:cubicBezTo>
                    <a:pt x="198" y="34"/>
                    <a:pt x="198" y="34"/>
                    <a:pt x="198" y="34"/>
                  </a:cubicBezTo>
                  <a:cubicBezTo>
                    <a:pt x="176" y="44"/>
                    <a:pt x="176" y="44"/>
                    <a:pt x="176" y="44"/>
                  </a:cubicBezTo>
                  <a:cubicBezTo>
                    <a:pt x="172" y="39"/>
                    <a:pt x="167" y="36"/>
                    <a:pt x="161" y="33"/>
                  </a:cubicBezTo>
                  <a:cubicBezTo>
                    <a:pt x="164" y="9"/>
                    <a:pt x="164" y="9"/>
                    <a:pt x="164" y="9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3" y="20"/>
                    <a:pt x="123" y="20"/>
                    <a:pt x="123" y="20"/>
                  </a:cubicBezTo>
                  <a:cubicBezTo>
                    <a:pt x="120" y="20"/>
                    <a:pt x="117" y="20"/>
                    <a:pt x="114" y="20"/>
                  </a:cubicBezTo>
                  <a:cubicBezTo>
                    <a:pt x="111" y="20"/>
                    <a:pt x="108" y="20"/>
                    <a:pt x="105" y="2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65" y="9"/>
                    <a:pt x="65" y="9"/>
                    <a:pt x="65" y="9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2" y="36"/>
                    <a:pt x="57" y="39"/>
                    <a:pt x="52" y="44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26" y="81"/>
                    <a:pt x="24" y="87"/>
                    <a:pt x="23" y="94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23" y="133"/>
                    <a:pt x="23" y="133"/>
                    <a:pt x="23" y="133"/>
                  </a:cubicBezTo>
                  <a:cubicBezTo>
                    <a:pt x="24" y="139"/>
                    <a:pt x="26" y="145"/>
                    <a:pt x="29" y="151"/>
                  </a:cubicBezTo>
                  <a:cubicBezTo>
                    <a:pt x="13" y="169"/>
                    <a:pt x="13" y="169"/>
                    <a:pt x="13" y="169"/>
                  </a:cubicBezTo>
                  <a:cubicBezTo>
                    <a:pt x="31" y="193"/>
                    <a:pt x="31" y="193"/>
                    <a:pt x="31" y="19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7" y="187"/>
                    <a:pt x="62" y="191"/>
                    <a:pt x="67" y="194"/>
                  </a:cubicBezTo>
                  <a:cubicBezTo>
                    <a:pt x="65" y="218"/>
                    <a:pt x="65" y="218"/>
                    <a:pt x="65" y="218"/>
                  </a:cubicBezTo>
                  <a:cubicBezTo>
                    <a:pt x="93" y="227"/>
                    <a:pt x="93" y="227"/>
                    <a:pt x="93" y="227"/>
                  </a:cubicBezTo>
                  <a:cubicBezTo>
                    <a:pt x="105" y="206"/>
                    <a:pt x="105" y="206"/>
                    <a:pt x="105" y="206"/>
                  </a:cubicBezTo>
                  <a:cubicBezTo>
                    <a:pt x="108" y="207"/>
                    <a:pt x="111" y="207"/>
                    <a:pt x="114" y="207"/>
                  </a:cubicBezTo>
                  <a:cubicBezTo>
                    <a:pt x="117" y="207"/>
                    <a:pt x="121" y="207"/>
                    <a:pt x="124" y="206"/>
                  </a:cubicBezTo>
                  <a:cubicBezTo>
                    <a:pt x="135" y="227"/>
                    <a:pt x="135" y="227"/>
                    <a:pt x="135" y="227"/>
                  </a:cubicBezTo>
                  <a:cubicBezTo>
                    <a:pt x="164" y="217"/>
                    <a:pt x="164" y="217"/>
                    <a:pt x="164" y="217"/>
                  </a:cubicBezTo>
                  <a:cubicBezTo>
                    <a:pt x="161" y="194"/>
                    <a:pt x="161" y="194"/>
                    <a:pt x="161" y="194"/>
                  </a:cubicBezTo>
                  <a:cubicBezTo>
                    <a:pt x="167" y="191"/>
                    <a:pt x="172" y="187"/>
                    <a:pt x="176" y="183"/>
                  </a:cubicBezTo>
                  <a:cubicBezTo>
                    <a:pt x="198" y="193"/>
                    <a:pt x="198" y="193"/>
                    <a:pt x="198" y="193"/>
                  </a:cubicBezTo>
                  <a:cubicBezTo>
                    <a:pt x="216" y="168"/>
                    <a:pt x="216" y="168"/>
                    <a:pt x="216" y="168"/>
                  </a:cubicBezTo>
                  <a:cubicBezTo>
                    <a:pt x="200" y="151"/>
                    <a:pt x="200" y="151"/>
                    <a:pt x="200" y="151"/>
                  </a:cubicBezTo>
                  <a:cubicBezTo>
                    <a:pt x="202" y="145"/>
                    <a:pt x="204" y="139"/>
                    <a:pt x="206" y="133"/>
                  </a:cubicBezTo>
                  <a:lnTo>
                    <a:pt x="229" y="128"/>
                  </a:lnTo>
                  <a:close/>
                  <a:moveTo>
                    <a:pt x="114" y="180"/>
                  </a:moveTo>
                  <a:cubicBezTo>
                    <a:pt x="77" y="180"/>
                    <a:pt x="47" y="150"/>
                    <a:pt x="47" y="113"/>
                  </a:cubicBezTo>
                  <a:cubicBezTo>
                    <a:pt x="47" y="76"/>
                    <a:pt x="77" y="46"/>
                    <a:pt x="114" y="46"/>
                  </a:cubicBezTo>
                  <a:cubicBezTo>
                    <a:pt x="151" y="46"/>
                    <a:pt x="181" y="76"/>
                    <a:pt x="181" y="113"/>
                  </a:cubicBezTo>
                  <a:cubicBezTo>
                    <a:pt x="181" y="150"/>
                    <a:pt x="151" y="180"/>
                    <a:pt x="114" y="1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40" name="Freeform 21"/>
            <p:cNvSpPr>
              <a:spLocks noEditPoints="1" noChangeArrowheads="1"/>
            </p:cNvSpPr>
            <p:nvPr/>
          </p:nvSpPr>
          <p:spPr bwMode="auto">
            <a:xfrm>
              <a:off x="309785" y="0"/>
              <a:ext cx="199861" cy="199861"/>
            </a:xfrm>
            <a:custGeom>
              <a:avLst/>
              <a:gdLst>
                <a:gd name="T0" fmla="*/ 135 w 135"/>
                <a:gd name="T1" fmla="*/ 76 h 135"/>
                <a:gd name="T2" fmla="*/ 135 w 135"/>
                <a:gd name="T3" fmla="*/ 58 h 135"/>
                <a:gd name="T4" fmla="*/ 122 w 135"/>
                <a:gd name="T5" fmla="*/ 55 h 135"/>
                <a:gd name="T6" fmla="*/ 118 w 135"/>
                <a:gd name="T7" fmla="*/ 45 h 135"/>
                <a:gd name="T8" fmla="*/ 128 w 135"/>
                <a:gd name="T9" fmla="*/ 34 h 135"/>
                <a:gd name="T10" fmla="*/ 117 w 135"/>
                <a:gd name="T11" fmla="*/ 20 h 135"/>
                <a:gd name="T12" fmla="*/ 104 w 135"/>
                <a:gd name="T13" fmla="*/ 26 h 135"/>
                <a:gd name="T14" fmla="*/ 96 w 135"/>
                <a:gd name="T15" fmla="*/ 19 h 135"/>
                <a:gd name="T16" fmla="*/ 97 w 135"/>
                <a:gd name="T17" fmla="*/ 5 h 135"/>
                <a:gd name="T18" fmla="*/ 80 w 135"/>
                <a:gd name="T19" fmla="*/ 0 h 135"/>
                <a:gd name="T20" fmla="*/ 73 w 135"/>
                <a:gd name="T21" fmla="*/ 12 h 135"/>
                <a:gd name="T22" fmla="*/ 67 w 135"/>
                <a:gd name="T23" fmla="*/ 12 h 135"/>
                <a:gd name="T24" fmla="*/ 62 w 135"/>
                <a:gd name="T25" fmla="*/ 12 h 135"/>
                <a:gd name="T26" fmla="*/ 55 w 135"/>
                <a:gd name="T27" fmla="*/ 0 h 135"/>
                <a:gd name="T28" fmla="*/ 38 w 135"/>
                <a:gd name="T29" fmla="*/ 5 h 135"/>
                <a:gd name="T30" fmla="*/ 39 w 135"/>
                <a:gd name="T31" fmla="*/ 19 h 135"/>
                <a:gd name="T32" fmla="*/ 30 w 135"/>
                <a:gd name="T33" fmla="*/ 26 h 135"/>
                <a:gd name="T34" fmla="*/ 18 w 135"/>
                <a:gd name="T35" fmla="*/ 20 h 135"/>
                <a:gd name="T36" fmla="*/ 7 w 135"/>
                <a:gd name="T37" fmla="*/ 34 h 135"/>
                <a:gd name="T38" fmla="*/ 17 w 135"/>
                <a:gd name="T39" fmla="*/ 45 h 135"/>
                <a:gd name="T40" fmla="*/ 13 w 135"/>
                <a:gd name="T41" fmla="*/ 55 h 135"/>
                <a:gd name="T42" fmla="*/ 0 w 135"/>
                <a:gd name="T43" fmla="*/ 58 h 135"/>
                <a:gd name="T44" fmla="*/ 0 w 135"/>
                <a:gd name="T45" fmla="*/ 76 h 135"/>
                <a:gd name="T46" fmla="*/ 13 w 135"/>
                <a:gd name="T47" fmla="*/ 79 h 135"/>
                <a:gd name="T48" fmla="*/ 17 w 135"/>
                <a:gd name="T49" fmla="*/ 90 h 135"/>
                <a:gd name="T50" fmla="*/ 7 w 135"/>
                <a:gd name="T51" fmla="*/ 100 h 135"/>
                <a:gd name="T52" fmla="*/ 18 w 135"/>
                <a:gd name="T53" fmla="*/ 114 h 135"/>
                <a:gd name="T54" fmla="*/ 31 w 135"/>
                <a:gd name="T55" fmla="*/ 109 h 135"/>
                <a:gd name="T56" fmla="*/ 39 w 135"/>
                <a:gd name="T57" fmla="*/ 115 h 135"/>
                <a:gd name="T58" fmla="*/ 38 w 135"/>
                <a:gd name="T59" fmla="*/ 129 h 135"/>
                <a:gd name="T60" fmla="*/ 55 w 135"/>
                <a:gd name="T61" fmla="*/ 135 h 135"/>
                <a:gd name="T62" fmla="*/ 62 w 135"/>
                <a:gd name="T63" fmla="*/ 122 h 135"/>
                <a:gd name="T64" fmla="*/ 68 w 135"/>
                <a:gd name="T65" fmla="*/ 123 h 135"/>
                <a:gd name="T66" fmla="*/ 73 w 135"/>
                <a:gd name="T67" fmla="*/ 122 h 135"/>
                <a:gd name="T68" fmla="*/ 80 w 135"/>
                <a:gd name="T69" fmla="*/ 135 h 135"/>
                <a:gd name="T70" fmla="*/ 97 w 135"/>
                <a:gd name="T71" fmla="*/ 129 h 135"/>
                <a:gd name="T72" fmla="*/ 96 w 135"/>
                <a:gd name="T73" fmla="*/ 115 h 135"/>
                <a:gd name="T74" fmla="*/ 104 w 135"/>
                <a:gd name="T75" fmla="*/ 109 h 135"/>
                <a:gd name="T76" fmla="*/ 117 w 135"/>
                <a:gd name="T77" fmla="*/ 114 h 135"/>
                <a:gd name="T78" fmla="*/ 128 w 135"/>
                <a:gd name="T79" fmla="*/ 100 h 135"/>
                <a:gd name="T80" fmla="*/ 118 w 135"/>
                <a:gd name="T81" fmla="*/ 89 h 135"/>
                <a:gd name="T82" fmla="*/ 122 w 135"/>
                <a:gd name="T83" fmla="*/ 79 h 135"/>
                <a:gd name="T84" fmla="*/ 135 w 135"/>
                <a:gd name="T85" fmla="*/ 76 h 135"/>
                <a:gd name="T86" fmla="*/ 67 w 135"/>
                <a:gd name="T87" fmla="*/ 107 h 135"/>
                <a:gd name="T88" fmla="*/ 28 w 135"/>
                <a:gd name="T89" fmla="*/ 67 h 135"/>
                <a:gd name="T90" fmla="*/ 67 w 135"/>
                <a:gd name="T91" fmla="*/ 27 h 135"/>
                <a:gd name="T92" fmla="*/ 107 w 135"/>
                <a:gd name="T93" fmla="*/ 67 h 135"/>
                <a:gd name="T94" fmla="*/ 67 w 135"/>
                <a:gd name="T95" fmla="*/ 107 h 13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35"/>
                <a:gd name="T145" fmla="*/ 0 h 135"/>
                <a:gd name="T146" fmla="*/ 135 w 135"/>
                <a:gd name="T147" fmla="*/ 135 h 135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35" h="135">
                  <a:moveTo>
                    <a:pt x="135" y="76"/>
                  </a:moveTo>
                  <a:cubicBezTo>
                    <a:pt x="135" y="58"/>
                    <a:pt x="135" y="58"/>
                    <a:pt x="135" y="58"/>
                  </a:cubicBezTo>
                  <a:cubicBezTo>
                    <a:pt x="122" y="55"/>
                    <a:pt x="122" y="55"/>
                    <a:pt x="122" y="55"/>
                  </a:cubicBezTo>
                  <a:cubicBezTo>
                    <a:pt x="121" y="52"/>
                    <a:pt x="120" y="48"/>
                    <a:pt x="118" y="4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17" y="20"/>
                    <a:pt x="117" y="20"/>
                    <a:pt x="117" y="20"/>
                  </a:cubicBezTo>
                  <a:cubicBezTo>
                    <a:pt x="104" y="26"/>
                    <a:pt x="104" y="26"/>
                    <a:pt x="104" y="26"/>
                  </a:cubicBezTo>
                  <a:cubicBezTo>
                    <a:pt x="102" y="23"/>
                    <a:pt x="99" y="21"/>
                    <a:pt x="96" y="19"/>
                  </a:cubicBezTo>
                  <a:cubicBezTo>
                    <a:pt x="97" y="5"/>
                    <a:pt x="97" y="5"/>
                    <a:pt x="97" y="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1" y="12"/>
                    <a:pt x="69" y="12"/>
                    <a:pt x="67" y="12"/>
                  </a:cubicBezTo>
                  <a:cubicBezTo>
                    <a:pt x="66" y="12"/>
                    <a:pt x="64" y="12"/>
                    <a:pt x="62" y="12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6" y="21"/>
                    <a:pt x="33" y="23"/>
                    <a:pt x="30" y="26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5" y="48"/>
                    <a:pt x="14" y="52"/>
                    <a:pt x="13" y="5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13" y="79"/>
                    <a:pt x="13" y="79"/>
                    <a:pt x="13" y="79"/>
                  </a:cubicBezTo>
                  <a:cubicBezTo>
                    <a:pt x="14" y="83"/>
                    <a:pt x="15" y="86"/>
                    <a:pt x="17" y="9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31" y="109"/>
                    <a:pt x="31" y="109"/>
                    <a:pt x="31" y="109"/>
                  </a:cubicBezTo>
                  <a:cubicBezTo>
                    <a:pt x="33" y="111"/>
                    <a:pt x="36" y="113"/>
                    <a:pt x="39" y="115"/>
                  </a:cubicBezTo>
                  <a:cubicBezTo>
                    <a:pt x="38" y="129"/>
                    <a:pt x="38" y="129"/>
                    <a:pt x="38" y="129"/>
                  </a:cubicBezTo>
                  <a:cubicBezTo>
                    <a:pt x="55" y="135"/>
                    <a:pt x="55" y="135"/>
                    <a:pt x="55" y="135"/>
                  </a:cubicBezTo>
                  <a:cubicBezTo>
                    <a:pt x="62" y="122"/>
                    <a:pt x="62" y="122"/>
                    <a:pt x="62" y="122"/>
                  </a:cubicBezTo>
                  <a:cubicBezTo>
                    <a:pt x="64" y="123"/>
                    <a:pt x="66" y="123"/>
                    <a:pt x="68" y="123"/>
                  </a:cubicBezTo>
                  <a:cubicBezTo>
                    <a:pt x="69" y="123"/>
                    <a:pt x="71" y="123"/>
                    <a:pt x="73" y="122"/>
                  </a:cubicBezTo>
                  <a:cubicBezTo>
                    <a:pt x="80" y="135"/>
                    <a:pt x="80" y="135"/>
                    <a:pt x="80" y="135"/>
                  </a:cubicBezTo>
                  <a:cubicBezTo>
                    <a:pt x="97" y="129"/>
                    <a:pt x="97" y="129"/>
                    <a:pt x="97" y="129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9" y="113"/>
                    <a:pt x="102" y="111"/>
                    <a:pt x="104" y="109"/>
                  </a:cubicBezTo>
                  <a:cubicBezTo>
                    <a:pt x="117" y="114"/>
                    <a:pt x="117" y="114"/>
                    <a:pt x="117" y="114"/>
                  </a:cubicBezTo>
                  <a:cubicBezTo>
                    <a:pt x="128" y="100"/>
                    <a:pt x="128" y="100"/>
                    <a:pt x="128" y="100"/>
                  </a:cubicBezTo>
                  <a:cubicBezTo>
                    <a:pt x="118" y="89"/>
                    <a:pt x="118" y="89"/>
                    <a:pt x="118" y="89"/>
                  </a:cubicBezTo>
                  <a:cubicBezTo>
                    <a:pt x="120" y="86"/>
                    <a:pt x="121" y="83"/>
                    <a:pt x="122" y="79"/>
                  </a:cubicBezTo>
                  <a:lnTo>
                    <a:pt x="135" y="76"/>
                  </a:lnTo>
                  <a:close/>
                  <a:moveTo>
                    <a:pt x="67" y="107"/>
                  </a:moveTo>
                  <a:cubicBezTo>
                    <a:pt x="46" y="107"/>
                    <a:pt x="28" y="89"/>
                    <a:pt x="28" y="67"/>
                  </a:cubicBezTo>
                  <a:cubicBezTo>
                    <a:pt x="28" y="45"/>
                    <a:pt x="46" y="27"/>
                    <a:pt x="67" y="27"/>
                  </a:cubicBezTo>
                  <a:cubicBezTo>
                    <a:pt x="89" y="27"/>
                    <a:pt x="107" y="45"/>
                    <a:pt x="107" y="67"/>
                  </a:cubicBezTo>
                  <a:cubicBezTo>
                    <a:pt x="107" y="89"/>
                    <a:pt x="89" y="107"/>
                    <a:pt x="67" y="10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41" name="组合 23"/>
          <p:cNvGrpSpPr/>
          <p:nvPr/>
        </p:nvGrpSpPr>
        <p:grpSpPr bwMode="auto">
          <a:xfrm>
            <a:off x="7692775" y="6405952"/>
            <a:ext cx="339784" cy="335067"/>
            <a:chOff x="0" y="0"/>
            <a:chExt cx="453105" cy="448433"/>
          </a:xfrm>
          <a:solidFill>
            <a:schemeClr val="bg1"/>
          </a:solidFill>
        </p:grpSpPr>
        <p:sp>
          <p:nvSpPr>
            <p:cNvPr id="42" name="Freeform 136"/>
            <p:cNvSpPr>
              <a:spLocks noChangeArrowheads="1"/>
            </p:cNvSpPr>
            <p:nvPr/>
          </p:nvSpPr>
          <p:spPr bwMode="auto">
            <a:xfrm>
              <a:off x="0" y="251309"/>
              <a:ext cx="453105" cy="197124"/>
            </a:xfrm>
            <a:custGeom>
              <a:avLst/>
              <a:gdLst>
                <a:gd name="T0" fmla="*/ 103 w 205"/>
                <a:gd name="T1" fmla="*/ 19 h 89"/>
                <a:gd name="T2" fmla="*/ 47 w 205"/>
                <a:gd name="T3" fmla="*/ 0 h 89"/>
                <a:gd name="T4" fmla="*/ 0 w 205"/>
                <a:gd name="T5" fmla="*/ 0 h 89"/>
                <a:gd name="T6" fmla="*/ 0 w 205"/>
                <a:gd name="T7" fmla="*/ 67 h 89"/>
                <a:gd name="T8" fmla="*/ 22 w 205"/>
                <a:gd name="T9" fmla="*/ 89 h 89"/>
                <a:gd name="T10" fmla="*/ 183 w 205"/>
                <a:gd name="T11" fmla="*/ 89 h 89"/>
                <a:gd name="T12" fmla="*/ 205 w 205"/>
                <a:gd name="T13" fmla="*/ 67 h 89"/>
                <a:gd name="T14" fmla="*/ 205 w 205"/>
                <a:gd name="T15" fmla="*/ 0 h 89"/>
                <a:gd name="T16" fmla="*/ 158 w 205"/>
                <a:gd name="T17" fmla="*/ 0 h 89"/>
                <a:gd name="T18" fmla="*/ 103 w 205"/>
                <a:gd name="T19" fmla="*/ 19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205"/>
                <a:gd name="T31" fmla="*/ 0 h 89"/>
                <a:gd name="T32" fmla="*/ 205 w 205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205" h="89">
                  <a:moveTo>
                    <a:pt x="103" y="19"/>
                  </a:moveTo>
                  <a:cubicBezTo>
                    <a:pt x="82" y="19"/>
                    <a:pt x="62" y="12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9"/>
                    <a:pt x="10" y="89"/>
                    <a:pt x="22" y="89"/>
                  </a:cubicBezTo>
                  <a:cubicBezTo>
                    <a:pt x="183" y="89"/>
                    <a:pt x="183" y="89"/>
                    <a:pt x="183" y="89"/>
                  </a:cubicBezTo>
                  <a:cubicBezTo>
                    <a:pt x="195" y="89"/>
                    <a:pt x="205" y="79"/>
                    <a:pt x="205" y="67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58" y="0"/>
                    <a:pt x="158" y="0"/>
                    <a:pt x="158" y="0"/>
                  </a:cubicBezTo>
                  <a:cubicBezTo>
                    <a:pt x="143" y="12"/>
                    <a:pt x="124" y="19"/>
                    <a:pt x="103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43" name="Freeform 137"/>
            <p:cNvSpPr>
              <a:spLocks noEditPoints="1" noChangeArrowheads="1"/>
            </p:cNvSpPr>
            <p:nvPr/>
          </p:nvSpPr>
          <p:spPr bwMode="auto">
            <a:xfrm>
              <a:off x="0" y="0"/>
              <a:ext cx="453105" cy="260652"/>
            </a:xfrm>
            <a:custGeom>
              <a:avLst/>
              <a:gdLst>
                <a:gd name="T0" fmla="*/ 183 w 205"/>
                <a:gd name="T1" fmla="*/ 42 h 118"/>
                <a:gd name="T2" fmla="*/ 180 w 205"/>
                <a:gd name="T3" fmla="*/ 42 h 118"/>
                <a:gd name="T4" fmla="*/ 154 w 205"/>
                <a:gd name="T5" fmla="*/ 42 h 118"/>
                <a:gd name="T6" fmla="*/ 154 w 205"/>
                <a:gd name="T7" fmla="*/ 22 h 118"/>
                <a:gd name="T8" fmla="*/ 132 w 205"/>
                <a:gd name="T9" fmla="*/ 0 h 118"/>
                <a:gd name="T10" fmla="*/ 73 w 205"/>
                <a:gd name="T11" fmla="*/ 0 h 118"/>
                <a:gd name="T12" fmla="*/ 51 w 205"/>
                <a:gd name="T13" fmla="*/ 22 h 118"/>
                <a:gd name="T14" fmla="*/ 51 w 205"/>
                <a:gd name="T15" fmla="*/ 42 h 118"/>
                <a:gd name="T16" fmla="*/ 25 w 205"/>
                <a:gd name="T17" fmla="*/ 42 h 118"/>
                <a:gd name="T18" fmla="*/ 22 w 205"/>
                <a:gd name="T19" fmla="*/ 42 h 118"/>
                <a:gd name="T20" fmla="*/ 0 w 205"/>
                <a:gd name="T21" fmla="*/ 64 h 118"/>
                <a:gd name="T22" fmla="*/ 0 w 205"/>
                <a:gd name="T23" fmla="*/ 101 h 118"/>
                <a:gd name="T24" fmla="*/ 54 w 205"/>
                <a:gd name="T25" fmla="*/ 101 h 118"/>
                <a:gd name="T26" fmla="*/ 103 w 205"/>
                <a:gd name="T27" fmla="*/ 118 h 118"/>
                <a:gd name="T28" fmla="*/ 151 w 205"/>
                <a:gd name="T29" fmla="*/ 101 h 118"/>
                <a:gd name="T30" fmla="*/ 205 w 205"/>
                <a:gd name="T31" fmla="*/ 101 h 118"/>
                <a:gd name="T32" fmla="*/ 205 w 205"/>
                <a:gd name="T33" fmla="*/ 64 h 118"/>
                <a:gd name="T34" fmla="*/ 183 w 205"/>
                <a:gd name="T35" fmla="*/ 42 h 118"/>
                <a:gd name="T36" fmla="*/ 67 w 205"/>
                <a:gd name="T37" fmla="*/ 26 h 118"/>
                <a:gd name="T38" fmla="*/ 67 w 205"/>
                <a:gd name="T39" fmla="*/ 22 h 118"/>
                <a:gd name="T40" fmla="*/ 73 w 205"/>
                <a:gd name="T41" fmla="*/ 17 h 118"/>
                <a:gd name="T42" fmla="*/ 132 w 205"/>
                <a:gd name="T43" fmla="*/ 17 h 118"/>
                <a:gd name="T44" fmla="*/ 138 w 205"/>
                <a:gd name="T45" fmla="*/ 22 h 118"/>
                <a:gd name="T46" fmla="*/ 138 w 205"/>
                <a:gd name="T47" fmla="*/ 26 h 118"/>
                <a:gd name="T48" fmla="*/ 138 w 205"/>
                <a:gd name="T49" fmla="*/ 42 h 118"/>
                <a:gd name="T50" fmla="*/ 67 w 205"/>
                <a:gd name="T51" fmla="*/ 42 h 118"/>
                <a:gd name="T52" fmla="*/ 67 w 205"/>
                <a:gd name="T53" fmla="*/ 26 h 118"/>
                <a:gd name="T54" fmla="*/ 101 w 205"/>
                <a:gd name="T55" fmla="*/ 101 h 118"/>
                <a:gd name="T56" fmla="*/ 85 w 205"/>
                <a:gd name="T57" fmla="*/ 86 h 118"/>
                <a:gd name="T58" fmla="*/ 101 w 205"/>
                <a:gd name="T59" fmla="*/ 70 h 118"/>
                <a:gd name="T60" fmla="*/ 117 w 205"/>
                <a:gd name="T61" fmla="*/ 86 h 118"/>
                <a:gd name="T62" fmla="*/ 101 w 205"/>
                <a:gd name="T63" fmla="*/ 101 h 11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205"/>
                <a:gd name="T97" fmla="*/ 0 h 118"/>
                <a:gd name="T98" fmla="*/ 205 w 205"/>
                <a:gd name="T99" fmla="*/ 118 h 118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205" h="118">
                  <a:moveTo>
                    <a:pt x="183" y="42"/>
                  </a:moveTo>
                  <a:cubicBezTo>
                    <a:pt x="180" y="42"/>
                    <a:pt x="180" y="42"/>
                    <a:pt x="180" y="42"/>
                  </a:cubicBezTo>
                  <a:cubicBezTo>
                    <a:pt x="154" y="42"/>
                    <a:pt x="154" y="42"/>
                    <a:pt x="154" y="42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54" y="10"/>
                    <a:pt x="144" y="0"/>
                    <a:pt x="132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1" y="0"/>
                    <a:pt x="51" y="10"/>
                    <a:pt x="51" y="22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10" y="42"/>
                    <a:pt x="0" y="52"/>
                    <a:pt x="0" y="64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54" y="101"/>
                    <a:pt x="54" y="101"/>
                    <a:pt x="54" y="101"/>
                  </a:cubicBezTo>
                  <a:cubicBezTo>
                    <a:pt x="67" y="112"/>
                    <a:pt x="84" y="118"/>
                    <a:pt x="103" y="118"/>
                  </a:cubicBezTo>
                  <a:cubicBezTo>
                    <a:pt x="121" y="118"/>
                    <a:pt x="138" y="112"/>
                    <a:pt x="151" y="101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5" y="64"/>
                    <a:pt x="205" y="64"/>
                    <a:pt x="205" y="64"/>
                  </a:cubicBezTo>
                  <a:cubicBezTo>
                    <a:pt x="205" y="52"/>
                    <a:pt x="195" y="42"/>
                    <a:pt x="183" y="42"/>
                  </a:cubicBezTo>
                  <a:close/>
                  <a:moveTo>
                    <a:pt x="67" y="26"/>
                  </a:moveTo>
                  <a:cubicBezTo>
                    <a:pt x="67" y="22"/>
                    <a:pt x="67" y="22"/>
                    <a:pt x="67" y="22"/>
                  </a:cubicBezTo>
                  <a:cubicBezTo>
                    <a:pt x="67" y="19"/>
                    <a:pt x="70" y="17"/>
                    <a:pt x="73" y="17"/>
                  </a:cubicBezTo>
                  <a:cubicBezTo>
                    <a:pt x="132" y="17"/>
                    <a:pt x="132" y="17"/>
                    <a:pt x="132" y="17"/>
                  </a:cubicBezTo>
                  <a:cubicBezTo>
                    <a:pt x="135" y="17"/>
                    <a:pt x="138" y="19"/>
                    <a:pt x="138" y="22"/>
                  </a:cubicBezTo>
                  <a:cubicBezTo>
                    <a:pt x="138" y="26"/>
                    <a:pt x="138" y="26"/>
                    <a:pt x="138" y="26"/>
                  </a:cubicBezTo>
                  <a:cubicBezTo>
                    <a:pt x="138" y="42"/>
                    <a:pt x="138" y="42"/>
                    <a:pt x="138" y="42"/>
                  </a:cubicBezTo>
                  <a:cubicBezTo>
                    <a:pt x="67" y="42"/>
                    <a:pt x="67" y="42"/>
                    <a:pt x="67" y="42"/>
                  </a:cubicBezTo>
                  <a:lnTo>
                    <a:pt x="67" y="26"/>
                  </a:lnTo>
                  <a:close/>
                  <a:moveTo>
                    <a:pt x="101" y="101"/>
                  </a:moveTo>
                  <a:cubicBezTo>
                    <a:pt x="92" y="101"/>
                    <a:pt x="85" y="94"/>
                    <a:pt x="85" y="86"/>
                  </a:cubicBezTo>
                  <a:cubicBezTo>
                    <a:pt x="85" y="77"/>
                    <a:pt x="92" y="70"/>
                    <a:pt x="101" y="70"/>
                  </a:cubicBezTo>
                  <a:cubicBezTo>
                    <a:pt x="110" y="70"/>
                    <a:pt x="117" y="77"/>
                    <a:pt x="117" y="86"/>
                  </a:cubicBezTo>
                  <a:cubicBezTo>
                    <a:pt x="117" y="94"/>
                    <a:pt x="110" y="101"/>
                    <a:pt x="101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44" name="组合 26"/>
          <p:cNvGrpSpPr/>
          <p:nvPr/>
        </p:nvGrpSpPr>
        <p:grpSpPr bwMode="auto">
          <a:xfrm>
            <a:off x="5403202" y="6420246"/>
            <a:ext cx="349311" cy="333477"/>
            <a:chOff x="0" y="0"/>
            <a:chExt cx="2438400" cy="2332038"/>
          </a:xfrm>
          <a:solidFill>
            <a:schemeClr val="bg1"/>
          </a:solidFill>
        </p:grpSpPr>
        <p:sp>
          <p:nvSpPr>
            <p:cNvPr id="45" name="Freeform 25"/>
            <p:cNvSpPr>
              <a:spLocks noChangeArrowheads="1"/>
            </p:cNvSpPr>
            <p:nvPr/>
          </p:nvSpPr>
          <p:spPr bwMode="auto">
            <a:xfrm>
              <a:off x="893763" y="1676400"/>
              <a:ext cx="655638" cy="655638"/>
            </a:xfrm>
            <a:custGeom>
              <a:avLst/>
              <a:gdLst>
                <a:gd name="T0" fmla="*/ 206 w 413"/>
                <a:gd name="T1" fmla="*/ 413 h 413"/>
                <a:gd name="T2" fmla="*/ 0 w 413"/>
                <a:gd name="T3" fmla="*/ 0 h 413"/>
                <a:gd name="T4" fmla="*/ 413 w 413"/>
                <a:gd name="T5" fmla="*/ 0 h 413"/>
                <a:gd name="T6" fmla="*/ 206 w 413"/>
                <a:gd name="T7" fmla="*/ 413 h 4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13"/>
                <a:gd name="T13" fmla="*/ 0 h 413"/>
                <a:gd name="T14" fmla="*/ 413 w 413"/>
                <a:gd name="T15" fmla="*/ 413 h 4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13" h="413">
                  <a:moveTo>
                    <a:pt x="206" y="413"/>
                  </a:moveTo>
                  <a:lnTo>
                    <a:pt x="0" y="0"/>
                  </a:lnTo>
                  <a:lnTo>
                    <a:pt x="413" y="0"/>
                  </a:lnTo>
                  <a:lnTo>
                    <a:pt x="206" y="4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46" name="任意多边形 28"/>
            <p:cNvSpPr>
              <a:spLocks noChangeArrowheads="1"/>
            </p:cNvSpPr>
            <p:nvPr/>
          </p:nvSpPr>
          <p:spPr bwMode="auto">
            <a:xfrm>
              <a:off x="0" y="0"/>
              <a:ext cx="2438400" cy="1774825"/>
            </a:xfrm>
            <a:custGeom>
              <a:avLst/>
              <a:gdLst>
                <a:gd name="T0" fmla="*/ 290196 w 2438400"/>
                <a:gd name="T1" fmla="*/ 0 h 1774825"/>
                <a:gd name="T2" fmla="*/ 2151973 w 2438400"/>
                <a:gd name="T3" fmla="*/ 0 h 1774825"/>
                <a:gd name="T4" fmla="*/ 2438400 w 2438400"/>
                <a:gd name="T5" fmla="*/ 286384 h 1774825"/>
                <a:gd name="T6" fmla="*/ 2438400 w 2438400"/>
                <a:gd name="T7" fmla="*/ 1484673 h 1774825"/>
                <a:gd name="T8" fmla="*/ 2151973 w 2438400"/>
                <a:gd name="T9" fmla="*/ 1774825 h 1774825"/>
                <a:gd name="T10" fmla="*/ 290196 w 2438400"/>
                <a:gd name="T11" fmla="*/ 1774825 h 1774825"/>
                <a:gd name="T12" fmla="*/ 0 w 2438400"/>
                <a:gd name="T13" fmla="*/ 1484673 h 1774825"/>
                <a:gd name="T14" fmla="*/ 0 w 2438400"/>
                <a:gd name="T15" fmla="*/ 286384 h 1774825"/>
                <a:gd name="T16" fmla="*/ 290196 w 2438400"/>
                <a:gd name="T17" fmla="*/ 0 h 1774825"/>
                <a:gd name="T18" fmla="*/ 471488 w 2438400"/>
                <a:gd name="T19" fmla="*/ 425450 h 1774825"/>
                <a:gd name="T20" fmla="*/ 471488 w 2438400"/>
                <a:gd name="T21" fmla="*/ 598488 h 1774825"/>
                <a:gd name="T22" fmla="*/ 1971676 w 2438400"/>
                <a:gd name="T23" fmla="*/ 598488 h 1774825"/>
                <a:gd name="T24" fmla="*/ 1971676 w 2438400"/>
                <a:gd name="T25" fmla="*/ 425450 h 1774825"/>
                <a:gd name="T26" fmla="*/ 471488 w 2438400"/>
                <a:gd name="T27" fmla="*/ 425450 h 1774825"/>
                <a:gd name="T28" fmla="*/ 471488 w 2438400"/>
                <a:gd name="T29" fmla="*/ 801688 h 1774825"/>
                <a:gd name="T30" fmla="*/ 471488 w 2438400"/>
                <a:gd name="T31" fmla="*/ 971551 h 1774825"/>
                <a:gd name="T32" fmla="*/ 1971676 w 2438400"/>
                <a:gd name="T33" fmla="*/ 971551 h 1774825"/>
                <a:gd name="T34" fmla="*/ 1971676 w 2438400"/>
                <a:gd name="T35" fmla="*/ 801688 h 1774825"/>
                <a:gd name="T36" fmla="*/ 471488 w 2438400"/>
                <a:gd name="T37" fmla="*/ 801688 h 1774825"/>
                <a:gd name="T38" fmla="*/ 471488 w 2438400"/>
                <a:gd name="T39" fmla="*/ 1174750 h 1774825"/>
                <a:gd name="T40" fmla="*/ 471488 w 2438400"/>
                <a:gd name="T41" fmla="*/ 1347788 h 1774825"/>
                <a:gd name="T42" fmla="*/ 1971676 w 2438400"/>
                <a:gd name="T43" fmla="*/ 1347788 h 1774825"/>
                <a:gd name="T44" fmla="*/ 1971676 w 2438400"/>
                <a:gd name="T45" fmla="*/ 1174750 h 1774825"/>
                <a:gd name="T46" fmla="*/ 471488 w 2438400"/>
                <a:gd name="T47" fmla="*/ 1174750 h 177482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2438400"/>
                <a:gd name="T73" fmla="*/ 0 h 1774825"/>
                <a:gd name="T74" fmla="*/ 2438400 w 2438400"/>
                <a:gd name="T75" fmla="*/ 1774825 h 177482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2438400" h="1774825">
                  <a:moveTo>
                    <a:pt x="290196" y="0"/>
                  </a:moveTo>
                  <a:cubicBezTo>
                    <a:pt x="2151973" y="0"/>
                    <a:pt x="2151973" y="0"/>
                    <a:pt x="2151973" y="0"/>
                  </a:cubicBezTo>
                  <a:cubicBezTo>
                    <a:pt x="2310262" y="0"/>
                    <a:pt x="2438400" y="128119"/>
                    <a:pt x="2438400" y="286384"/>
                  </a:cubicBezTo>
                  <a:lnTo>
                    <a:pt x="2438400" y="1484673"/>
                  </a:lnTo>
                  <a:cubicBezTo>
                    <a:pt x="2438400" y="1646706"/>
                    <a:pt x="2310262" y="1774825"/>
                    <a:pt x="2151973" y="1774825"/>
                  </a:cubicBezTo>
                  <a:cubicBezTo>
                    <a:pt x="290196" y="1774825"/>
                    <a:pt x="290196" y="1774825"/>
                    <a:pt x="290196" y="1774825"/>
                  </a:cubicBezTo>
                  <a:cubicBezTo>
                    <a:pt x="131907" y="1774825"/>
                    <a:pt x="0" y="1646706"/>
                    <a:pt x="0" y="1484673"/>
                  </a:cubicBezTo>
                  <a:cubicBezTo>
                    <a:pt x="0" y="286384"/>
                    <a:pt x="0" y="286384"/>
                    <a:pt x="0" y="286384"/>
                  </a:cubicBezTo>
                  <a:cubicBezTo>
                    <a:pt x="0" y="128119"/>
                    <a:pt x="131907" y="0"/>
                    <a:pt x="290196" y="0"/>
                  </a:cubicBezTo>
                  <a:close/>
                  <a:moveTo>
                    <a:pt x="471488" y="425450"/>
                  </a:moveTo>
                  <a:lnTo>
                    <a:pt x="471488" y="598488"/>
                  </a:lnTo>
                  <a:lnTo>
                    <a:pt x="1971676" y="598488"/>
                  </a:lnTo>
                  <a:lnTo>
                    <a:pt x="1971676" y="425450"/>
                  </a:lnTo>
                  <a:lnTo>
                    <a:pt x="471488" y="425450"/>
                  </a:lnTo>
                  <a:close/>
                  <a:moveTo>
                    <a:pt x="471488" y="801688"/>
                  </a:moveTo>
                  <a:lnTo>
                    <a:pt x="471488" y="971551"/>
                  </a:lnTo>
                  <a:lnTo>
                    <a:pt x="1971676" y="971551"/>
                  </a:lnTo>
                  <a:lnTo>
                    <a:pt x="1971676" y="801688"/>
                  </a:lnTo>
                  <a:lnTo>
                    <a:pt x="471488" y="801688"/>
                  </a:lnTo>
                  <a:close/>
                  <a:moveTo>
                    <a:pt x="471488" y="1174750"/>
                  </a:moveTo>
                  <a:lnTo>
                    <a:pt x="471488" y="1347788"/>
                  </a:lnTo>
                  <a:lnTo>
                    <a:pt x="1971676" y="1347788"/>
                  </a:lnTo>
                  <a:lnTo>
                    <a:pt x="1971676" y="1174750"/>
                  </a:lnTo>
                  <a:lnTo>
                    <a:pt x="471488" y="11747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0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grpSp>
        <p:nvGrpSpPr>
          <p:cNvPr id="47" name="组合 31"/>
          <p:cNvGrpSpPr/>
          <p:nvPr/>
        </p:nvGrpSpPr>
        <p:grpSpPr bwMode="auto">
          <a:xfrm>
            <a:off x="6527348" y="6351960"/>
            <a:ext cx="303264" cy="389059"/>
            <a:chOff x="0" y="0"/>
            <a:chExt cx="563562" cy="720725"/>
          </a:xfrm>
        </p:grpSpPr>
        <p:sp>
          <p:nvSpPr>
            <p:cNvPr id="48" name="Freeform 32"/>
            <p:cNvSpPr>
              <a:spLocks noChangeArrowheads="1"/>
            </p:cNvSpPr>
            <p:nvPr/>
          </p:nvSpPr>
          <p:spPr bwMode="auto">
            <a:xfrm>
              <a:off x="209550" y="0"/>
              <a:ext cx="142875" cy="720725"/>
            </a:xfrm>
            <a:custGeom>
              <a:avLst/>
              <a:gdLst>
                <a:gd name="T0" fmla="*/ 64 w 64"/>
                <a:gd name="T1" fmla="*/ 289 h 321"/>
                <a:gd name="T2" fmla="*/ 32 w 64"/>
                <a:gd name="T3" fmla="*/ 321 h 321"/>
                <a:gd name="T4" fmla="*/ 0 w 64"/>
                <a:gd name="T5" fmla="*/ 289 h 321"/>
                <a:gd name="T6" fmla="*/ 0 w 64"/>
                <a:gd name="T7" fmla="*/ 32 h 321"/>
                <a:gd name="T8" fmla="*/ 32 w 64"/>
                <a:gd name="T9" fmla="*/ 0 h 321"/>
                <a:gd name="T10" fmla="*/ 64 w 64"/>
                <a:gd name="T11" fmla="*/ 32 h 321"/>
                <a:gd name="T12" fmla="*/ 64 w 64"/>
                <a:gd name="T13" fmla="*/ 289 h 3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321"/>
                <a:gd name="T23" fmla="*/ 64 w 64"/>
                <a:gd name="T24" fmla="*/ 321 h 32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321">
                  <a:moveTo>
                    <a:pt x="64" y="289"/>
                  </a:moveTo>
                  <a:cubicBezTo>
                    <a:pt x="64" y="307"/>
                    <a:pt x="49" y="321"/>
                    <a:pt x="32" y="321"/>
                  </a:cubicBezTo>
                  <a:cubicBezTo>
                    <a:pt x="14" y="321"/>
                    <a:pt x="0" y="307"/>
                    <a:pt x="0" y="28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2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49" name="Freeform 33"/>
            <p:cNvSpPr>
              <a:spLocks noChangeArrowheads="1"/>
            </p:cNvSpPr>
            <p:nvPr/>
          </p:nvSpPr>
          <p:spPr bwMode="auto">
            <a:xfrm>
              <a:off x="0" y="439737"/>
              <a:ext cx="141288" cy="280988"/>
            </a:xfrm>
            <a:custGeom>
              <a:avLst/>
              <a:gdLst>
                <a:gd name="T0" fmla="*/ 63 w 63"/>
                <a:gd name="T1" fmla="*/ 93 h 125"/>
                <a:gd name="T2" fmla="*/ 32 w 63"/>
                <a:gd name="T3" fmla="*/ 125 h 125"/>
                <a:gd name="T4" fmla="*/ 0 w 63"/>
                <a:gd name="T5" fmla="*/ 93 h 125"/>
                <a:gd name="T6" fmla="*/ 0 w 63"/>
                <a:gd name="T7" fmla="*/ 32 h 125"/>
                <a:gd name="T8" fmla="*/ 32 w 63"/>
                <a:gd name="T9" fmla="*/ 0 h 125"/>
                <a:gd name="T10" fmla="*/ 63 w 63"/>
                <a:gd name="T11" fmla="*/ 32 h 125"/>
                <a:gd name="T12" fmla="*/ 63 w 63"/>
                <a:gd name="T13" fmla="*/ 93 h 1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3"/>
                <a:gd name="T22" fmla="*/ 0 h 125"/>
                <a:gd name="T23" fmla="*/ 63 w 63"/>
                <a:gd name="T24" fmla="*/ 125 h 1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3" h="125">
                  <a:moveTo>
                    <a:pt x="63" y="93"/>
                  </a:moveTo>
                  <a:cubicBezTo>
                    <a:pt x="63" y="111"/>
                    <a:pt x="49" y="125"/>
                    <a:pt x="32" y="125"/>
                  </a:cubicBezTo>
                  <a:cubicBezTo>
                    <a:pt x="14" y="125"/>
                    <a:pt x="0" y="111"/>
                    <a:pt x="0" y="93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3" y="14"/>
                    <a:pt x="63" y="32"/>
                  </a:cubicBezTo>
                  <a:lnTo>
                    <a:pt x="6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  <p:sp>
          <p:nvSpPr>
            <p:cNvPr id="50" name="Freeform 34"/>
            <p:cNvSpPr>
              <a:spLocks noChangeArrowheads="1"/>
            </p:cNvSpPr>
            <p:nvPr/>
          </p:nvSpPr>
          <p:spPr bwMode="auto">
            <a:xfrm>
              <a:off x="420687" y="231775"/>
              <a:ext cx="142875" cy="488950"/>
            </a:xfrm>
            <a:custGeom>
              <a:avLst/>
              <a:gdLst>
                <a:gd name="T0" fmla="*/ 64 w 64"/>
                <a:gd name="T1" fmla="*/ 186 h 218"/>
                <a:gd name="T2" fmla="*/ 32 w 64"/>
                <a:gd name="T3" fmla="*/ 218 h 218"/>
                <a:gd name="T4" fmla="*/ 0 w 64"/>
                <a:gd name="T5" fmla="*/ 186 h 218"/>
                <a:gd name="T6" fmla="*/ 0 w 64"/>
                <a:gd name="T7" fmla="*/ 32 h 218"/>
                <a:gd name="T8" fmla="*/ 32 w 64"/>
                <a:gd name="T9" fmla="*/ 0 h 218"/>
                <a:gd name="T10" fmla="*/ 64 w 64"/>
                <a:gd name="T11" fmla="*/ 32 h 218"/>
                <a:gd name="T12" fmla="*/ 64 w 64"/>
                <a:gd name="T13" fmla="*/ 186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"/>
                <a:gd name="T22" fmla="*/ 0 h 218"/>
                <a:gd name="T23" fmla="*/ 64 w 64"/>
                <a:gd name="T24" fmla="*/ 218 h 21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" h="218">
                  <a:moveTo>
                    <a:pt x="64" y="186"/>
                  </a:moveTo>
                  <a:cubicBezTo>
                    <a:pt x="64" y="204"/>
                    <a:pt x="49" y="218"/>
                    <a:pt x="32" y="218"/>
                  </a:cubicBezTo>
                  <a:cubicBezTo>
                    <a:pt x="14" y="218"/>
                    <a:pt x="0" y="204"/>
                    <a:pt x="0" y="18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49" y="0"/>
                    <a:pt x="64" y="14"/>
                    <a:pt x="64" y="32"/>
                  </a:cubicBezTo>
                  <a:lnTo>
                    <a:pt x="64" y="1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zh-CN" sz="24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endParaRPr>
            </a:p>
          </p:txBody>
        </p:sp>
      </p:grpSp>
      <p:sp>
        <p:nvSpPr>
          <p:cNvPr id="51" name="文本框 20"/>
          <p:cNvSpPr txBox="1"/>
          <p:nvPr/>
        </p:nvSpPr>
        <p:spPr>
          <a:xfrm>
            <a:off x="1931542" y="3662483"/>
            <a:ext cx="1830705" cy="400099"/>
          </a:xfrm>
          <a:prstGeom prst="rect">
            <a:avLst/>
          </a:prstGeom>
          <a:noFill/>
        </p:spPr>
        <p:txBody>
          <a:bodyPr lIns="91432" tIns="45715" rIns="91432" bIns="45715">
            <a:spAutoFit/>
          </a:bodyPr>
          <a:lstStyle/>
          <a:p>
            <a:pPr algn="r" defTabSz="914400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2000" b="1" baseline="-3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2" name="文本框 21"/>
          <p:cNvSpPr txBox="1"/>
          <p:nvPr/>
        </p:nvSpPr>
        <p:spPr>
          <a:xfrm>
            <a:off x="1794277" y="4046775"/>
            <a:ext cx="2660164" cy="905046"/>
          </a:xfrm>
          <a:prstGeom prst="rect">
            <a:avLst/>
          </a:prstGeom>
          <a:noFill/>
        </p:spPr>
        <p:txBody>
          <a:bodyPr wrap="square" lIns="91432" tIns="45715" rIns="91432" bIns="45715">
            <a:sp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在此录入图表的描述说明，在此录入图表的描述说明，在此录入图表的描述说明。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3" name="文本框 20"/>
          <p:cNvSpPr txBox="1"/>
          <p:nvPr/>
        </p:nvSpPr>
        <p:spPr>
          <a:xfrm>
            <a:off x="2683573" y="1524808"/>
            <a:ext cx="1830705" cy="400099"/>
          </a:xfrm>
          <a:prstGeom prst="rect">
            <a:avLst/>
          </a:prstGeom>
          <a:noFill/>
        </p:spPr>
        <p:txBody>
          <a:bodyPr lIns="91432" tIns="45715" rIns="91432" bIns="45715">
            <a:spAutoFit/>
          </a:bodyPr>
          <a:lstStyle/>
          <a:p>
            <a:pPr algn="r" defTabSz="914400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2000" b="1" baseline="-3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4" name="文本框 21"/>
          <p:cNvSpPr txBox="1"/>
          <p:nvPr/>
        </p:nvSpPr>
        <p:spPr>
          <a:xfrm>
            <a:off x="2546309" y="1909101"/>
            <a:ext cx="2660164" cy="905046"/>
          </a:xfrm>
          <a:prstGeom prst="rect">
            <a:avLst/>
          </a:prstGeom>
          <a:noFill/>
        </p:spPr>
        <p:txBody>
          <a:bodyPr wrap="square" lIns="91432" tIns="45715" rIns="91432" bIns="45715">
            <a:sp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在此录入图表的描述说明，在此录入图表的描述说明，在此录入图表的描述说明。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5" name="文本框 20"/>
          <p:cNvSpPr txBox="1"/>
          <p:nvPr/>
        </p:nvSpPr>
        <p:spPr>
          <a:xfrm>
            <a:off x="7298919" y="1612145"/>
            <a:ext cx="1830705" cy="400099"/>
          </a:xfrm>
          <a:prstGeom prst="rect">
            <a:avLst/>
          </a:prstGeom>
          <a:noFill/>
        </p:spPr>
        <p:txBody>
          <a:bodyPr lIns="91432" tIns="45715" rIns="91432" bIns="45715">
            <a:spAutoFit/>
          </a:bodyPr>
          <a:lstStyle/>
          <a:p>
            <a:pPr algn="r" defTabSz="914400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2000" b="1" baseline="-3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6" name="文本框 21"/>
          <p:cNvSpPr txBox="1"/>
          <p:nvPr/>
        </p:nvSpPr>
        <p:spPr>
          <a:xfrm>
            <a:off x="7161655" y="1996438"/>
            <a:ext cx="2660164" cy="905046"/>
          </a:xfrm>
          <a:prstGeom prst="rect">
            <a:avLst/>
          </a:prstGeom>
          <a:noFill/>
        </p:spPr>
        <p:txBody>
          <a:bodyPr wrap="square" lIns="91432" tIns="45715" rIns="91432" bIns="45715">
            <a:sp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在此录入图表的描述说明，在此录入图表的描述说明，在此录入图表的描述说明。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7" name="文本框 20"/>
          <p:cNvSpPr txBox="1"/>
          <p:nvPr/>
        </p:nvSpPr>
        <p:spPr>
          <a:xfrm>
            <a:off x="8273262" y="3622903"/>
            <a:ext cx="1830705" cy="400099"/>
          </a:xfrm>
          <a:prstGeom prst="rect">
            <a:avLst/>
          </a:prstGeom>
          <a:noFill/>
        </p:spPr>
        <p:txBody>
          <a:bodyPr lIns="91432" tIns="45715" rIns="91432" bIns="45715">
            <a:spAutoFit/>
          </a:bodyPr>
          <a:lstStyle/>
          <a:p>
            <a:pPr algn="r" defTabSz="914400"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添加标题</a:t>
            </a:r>
            <a:endParaRPr lang="zh-CN" altLang="en-US" sz="2000" b="1" baseline="-3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8" name="文本框 21"/>
          <p:cNvSpPr txBox="1"/>
          <p:nvPr/>
        </p:nvSpPr>
        <p:spPr>
          <a:xfrm>
            <a:off x="8135998" y="4007196"/>
            <a:ext cx="2660164" cy="905046"/>
          </a:xfrm>
          <a:prstGeom prst="rect">
            <a:avLst/>
          </a:prstGeom>
          <a:noFill/>
        </p:spPr>
        <p:txBody>
          <a:bodyPr wrap="square" lIns="91432" tIns="45715" rIns="91432" bIns="45715">
            <a:spAutoFit/>
          </a:bodyPr>
          <a:lstStyle/>
          <a:p>
            <a:pPr algn="ctr" defTabSz="914400">
              <a:lnSpc>
                <a:spcPct val="120000"/>
              </a:lnSpc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在此录入图表的描述说明，在此录入图表的描述说明，在此录入图表的描述说明。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AutoShape 84"/>
          <p:cNvSpPr>
            <a:spLocks noChangeAspect="1" noChangeArrowheads="1" noTextEdit="1"/>
          </p:cNvSpPr>
          <p:nvPr/>
        </p:nvSpPr>
        <p:spPr bwMode="auto">
          <a:xfrm>
            <a:off x="1295467" y="2014602"/>
            <a:ext cx="4890349" cy="39382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21920" tIns="60960" rIns="121920" bIns="60960" numCol="1" anchor="t" anchorCtr="0" compatLnSpc="1"/>
          <a:lstStyle/>
          <a:p>
            <a:pPr defTabSz="1245235"/>
            <a:endParaRPr lang="en-US" sz="2400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345517" y="4542682"/>
            <a:ext cx="914559" cy="1403783"/>
            <a:chOff x="1759137" y="3407011"/>
            <a:chExt cx="685919" cy="1052837"/>
          </a:xfrm>
        </p:grpSpPr>
        <p:sp>
          <p:nvSpPr>
            <p:cNvPr id="8" name="Rectangle 87"/>
            <p:cNvSpPr>
              <a:spLocks noChangeArrowheads="1"/>
            </p:cNvSpPr>
            <p:nvPr/>
          </p:nvSpPr>
          <p:spPr bwMode="auto">
            <a:xfrm>
              <a:off x="1759137" y="4162894"/>
              <a:ext cx="685919" cy="296954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9" name="Freeform 92"/>
            <p:cNvSpPr/>
            <p:nvPr/>
          </p:nvSpPr>
          <p:spPr bwMode="auto">
            <a:xfrm>
              <a:off x="1976662" y="3407011"/>
              <a:ext cx="249281" cy="246138"/>
            </a:xfrm>
            <a:custGeom>
              <a:avLst/>
              <a:gdLst/>
              <a:ahLst/>
              <a:cxnLst>
                <a:cxn ang="0">
                  <a:pos x="55" y="121"/>
                </a:cxn>
                <a:cxn ang="0">
                  <a:pos x="111" y="61"/>
                </a:cxn>
                <a:cxn ang="0">
                  <a:pos x="55" y="0"/>
                </a:cxn>
                <a:cxn ang="0">
                  <a:pos x="0" y="61"/>
                </a:cxn>
                <a:cxn ang="0">
                  <a:pos x="55" y="121"/>
                </a:cxn>
              </a:cxnLst>
              <a:rect l="0" t="0" r="r" b="b"/>
              <a:pathLst>
                <a:path w="111" h="121">
                  <a:moveTo>
                    <a:pt x="55" y="121"/>
                  </a:moveTo>
                  <a:cubicBezTo>
                    <a:pt x="87" y="121"/>
                    <a:pt x="111" y="95"/>
                    <a:pt x="111" y="61"/>
                  </a:cubicBezTo>
                  <a:cubicBezTo>
                    <a:pt x="111" y="29"/>
                    <a:pt x="87" y="0"/>
                    <a:pt x="55" y="0"/>
                  </a:cubicBezTo>
                  <a:cubicBezTo>
                    <a:pt x="25" y="0"/>
                    <a:pt x="0" y="29"/>
                    <a:pt x="0" y="61"/>
                  </a:cubicBezTo>
                  <a:cubicBezTo>
                    <a:pt x="0" y="95"/>
                    <a:pt x="25" y="121"/>
                    <a:pt x="55" y="121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" name="Freeform 93"/>
            <p:cNvSpPr/>
            <p:nvPr/>
          </p:nvSpPr>
          <p:spPr bwMode="auto">
            <a:xfrm>
              <a:off x="2187836" y="4032679"/>
              <a:ext cx="127022" cy="330302"/>
            </a:xfrm>
            <a:custGeom>
              <a:avLst/>
              <a:gdLst/>
              <a:ahLst/>
              <a:cxnLst>
                <a:cxn ang="0">
                  <a:pos x="31" y="18"/>
                </a:cxn>
                <a:cxn ang="0">
                  <a:pos x="15" y="0"/>
                </a:cxn>
                <a:cxn ang="0">
                  <a:pos x="0" y="26"/>
                </a:cxn>
                <a:cxn ang="0">
                  <a:pos x="0" y="135"/>
                </a:cxn>
                <a:cxn ang="0">
                  <a:pos x="26" y="162"/>
                </a:cxn>
                <a:cxn ang="0">
                  <a:pos x="33" y="162"/>
                </a:cxn>
                <a:cxn ang="0">
                  <a:pos x="57" y="135"/>
                </a:cxn>
                <a:cxn ang="0">
                  <a:pos x="57" y="26"/>
                </a:cxn>
                <a:cxn ang="0">
                  <a:pos x="57" y="18"/>
                </a:cxn>
                <a:cxn ang="0">
                  <a:pos x="31" y="18"/>
                </a:cxn>
              </a:cxnLst>
              <a:rect l="0" t="0" r="r" b="b"/>
              <a:pathLst>
                <a:path w="57" h="162">
                  <a:moveTo>
                    <a:pt x="31" y="18"/>
                  </a:moveTo>
                  <a:cubicBezTo>
                    <a:pt x="24" y="15"/>
                    <a:pt x="19" y="8"/>
                    <a:pt x="15" y="0"/>
                  </a:cubicBezTo>
                  <a:cubicBezTo>
                    <a:pt x="5" y="4"/>
                    <a:pt x="0" y="15"/>
                    <a:pt x="0" y="26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0" y="149"/>
                    <a:pt x="11" y="162"/>
                    <a:pt x="26" y="162"/>
                  </a:cubicBezTo>
                  <a:cubicBezTo>
                    <a:pt x="33" y="162"/>
                    <a:pt x="33" y="162"/>
                    <a:pt x="33" y="162"/>
                  </a:cubicBezTo>
                  <a:cubicBezTo>
                    <a:pt x="47" y="162"/>
                    <a:pt x="57" y="149"/>
                    <a:pt x="57" y="135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5"/>
                    <a:pt x="57" y="23"/>
                    <a:pt x="57" y="18"/>
                  </a:cubicBezTo>
                  <a:cubicBezTo>
                    <a:pt x="49" y="23"/>
                    <a:pt x="40" y="23"/>
                    <a:pt x="31" y="18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1" name="Freeform 94"/>
            <p:cNvSpPr/>
            <p:nvPr/>
          </p:nvSpPr>
          <p:spPr bwMode="auto">
            <a:xfrm>
              <a:off x="1875044" y="4040619"/>
              <a:ext cx="133373" cy="322362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3" y="16"/>
                </a:cxn>
                <a:cxn ang="0">
                  <a:pos x="2" y="14"/>
                </a:cxn>
                <a:cxn ang="0">
                  <a:pos x="0" y="22"/>
                </a:cxn>
                <a:cxn ang="0">
                  <a:pos x="0" y="131"/>
                </a:cxn>
                <a:cxn ang="0">
                  <a:pos x="26" y="158"/>
                </a:cxn>
                <a:cxn ang="0">
                  <a:pos x="33" y="158"/>
                </a:cxn>
                <a:cxn ang="0">
                  <a:pos x="59" y="131"/>
                </a:cxn>
                <a:cxn ang="0">
                  <a:pos x="59" y="22"/>
                </a:cxn>
                <a:cxn ang="0">
                  <a:pos x="48" y="0"/>
                </a:cxn>
              </a:cxnLst>
              <a:rect l="0" t="0" r="r" b="b"/>
              <a:pathLst>
                <a:path w="59" h="158">
                  <a:moveTo>
                    <a:pt x="48" y="0"/>
                  </a:moveTo>
                  <a:cubicBezTo>
                    <a:pt x="45" y="6"/>
                    <a:pt x="41" y="12"/>
                    <a:pt x="33" y="16"/>
                  </a:cubicBezTo>
                  <a:cubicBezTo>
                    <a:pt x="22" y="21"/>
                    <a:pt x="10" y="21"/>
                    <a:pt x="2" y="14"/>
                  </a:cubicBezTo>
                  <a:cubicBezTo>
                    <a:pt x="0" y="16"/>
                    <a:pt x="0" y="19"/>
                    <a:pt x="0" y="22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45"/>
                    <a:pt x="10" y="158"/>
                    <a:pt x="26" y="158"/>
                  </a:cubicBezTo>
                  <a:cubicBezTo>
                    <a:pt x="33" y="158"/>
                    <a:pt x="33" y="158"/>
                    <a:pt x="33" y="158"/>
                  </a:cubicBezTo>
                  <a:cubicBezTo>
                    <a:pt x="48" y="158"/>
                    <a:pt x="59" y="145"/>
                    <a:pt x="59" y="131"/>
                  </a:cubicBezTo>
                  <a:cubicBezTo>
                    <a:pt x="59" y="22"/>
                    <a:pt x="59" y="22"/>
                    <a:pt x="59" y="22"/>
                  </a:cubicBezTo>
                  <a:cubicBezTo>
                    <a:pt x="59" y="14"/>
                    <a:pt x="56" y="6"/>
                    <a:pt x="48" y="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2" name="Freeform 95"/>
            <p:cNvSpPr/>
            <p:nvPr/>
          </p:nvSpPr>
          <p:spPr bwMode="auto">
            <a:xfrm>
              <a:off x="1775015" y="3530874"/>
              <a:ext cx="654164" cy="617728"/>
            </a:xfrm>
            <a:custGeom>
              <a:avLst/>
              <a:gdLst/>
              <a:ahLst/>
              <a:cxnLst>
                <a:cxn ang="0">
                  <a:pos x="289" y="130"/>
                </a:cxn>
                <a:cxn ang="0">
                  <a:pos x="264" y="69"/>
                </a:cxn>
                <a:cxn ang="0">
                  <a:pos x="241" y="16"/>
                </a:cxn>
                <a:cxn ang="0">
                  <a:pos x="217" y="0"/>
                </a:cxn>
                <a:cxn ang="0">
                  <a:pos x="211" y="0"/>
                </a:cxn>
                <a:cxn ang="0">
                  <a:pos x="145" y="73"/>
                </a:cxn>
                <a:cxn ang="0">
                  <a:pos x="78" y="0"/>
                </a:cxn>
                <a:cxn ang="0">
                  <a:pos x="73" y="0"/>
                </a:cxn>
                <a:cxn ang="0">
                  <a:pos x="49" y="16"/>
                </a:cxn>
                <a:cxn ang="0">
                  <a:pos x="28" y="69"/>
                </a:cxn>
                <a:cxn ang="0">
                  <a:pos x="2" y="130"/>
                </a:cxn>
                <a:cxn ang="0">
                  <a:pos x="0" y="140"/>
                </a:cxn>
                <a:cxn ang="0">
                  <a:pos x="2" y="151"/>
                </a:cxn>
                <a:cxn ang="0">
                  <a:pos x="42" y="239"/>
                </a:cxn>
                <a:cxn ang="0">
                  <a:pos x="73" y="251"/>
                </a:cxn>
                <a:cxn ang="0">
                  <a:pos x="82" y="216"/>
                </a:cxn>
                <a:cxn ang="0">
                  <a:pos x="49" y="140"/>
                </a:cxn>
                <a:cxn ang="0">
                  <a:pos x="55" y="124"/>
                </a:cxn>
                <a:cxn ang="0">
                  <a:pos x="73" y="83"/>
                </a:cxn>
                <a:cxn ang="0">
                  <a:pos x="73" y="162"/>
                </a:cxn>
                <a:cxn ang="0">
                  <a:pos x="95" y="214"/>
                </a:cxn>
                <a:cxn ang="0">
                  <a:pos x="99" y="237"/>
                </a:cxn>
                <a:cxn ang="0">
                  <a:pos x="117" y="272"/>
                </a:cxn>
                <a:cxn ang="0">
                  <a:pos x="117" y="304"/>
                </a:cxn>
                <a:cxn ang="0">
                  <a:pos x="169" y="304"/>
                </a:cxn>
                <a:cxn ang="0">
                  <a:pos x="169" y="272"/>
                </a:cxn>
                <a:cxn ang="0">
                  <a:pos x="195" y="235"/>
                </a:cxn>
                <a:cxn ang="0">
                  <a:pos x="199" y="212"/>
                </a:cxn>
                <a:cxn ang="0">
                  <a:pos x="217" y="168"/>
                </a:cxn>
                <a:cxn ang="0">
                  <a:pos x="217" y="81"/>
                </a:cxn>
                <a:cxn ang="0">
                  <a:pos x="236" y="126"/>
                </a:cxn>
                <a:cxn ang="0">
                  <a:pos x="241" y="140"/>
                </a:cxn>
                <a:cxn ang="0">
                  <a:pos x="208" y="216"/>
                </a:cxn>
                <a:cxn ang="0">
                  <a:pos x="220" y="251"/>
                </a:cxn>
                <a:cxn ang="0">
                  <a:pos x="251" y="239"/>
                </a:cxn>
                <a:cxn ang="0">
                  <a:pos x="289" y="151"/>
                </a:cxn>
                <a:cxn ang="0">
                  <a:pos x="289" y="140"/>
                </a:cxn>
                <a:cxn ang="0">
                  <a:pos x="289" y="130"/>
                </a:cxn>
              </a:cxnLst>
              <a:rect l="0" t="0" r="r" b="b"/>
              <a:pathLst>
                <a:path w="292" h="304">
                  <a:moveTo>
                    <a:pt x="289" y="130"/>
                  </a:moveTo>
                  <a:cubicBezTo>
                    <a:pt x="264" y="69"/>
                    <a:pt x="264" y="69"/>
                    <a:pt x="264" y="69"/>
                  </a:cubicBezTo>
                  <a:cubicBezTo>
                    <a:pt x="241" y="16"/>
                    <a:pt x="241" y="16"/>
                    <a:pt x="241" y="16"/>
                  </a:cubicBezTo>
                  <a:cubicBezTo>
                    <a:pt x="238" y="7"/>
                    <a:pt x="229" y="0"/>
                    <a:pt x="217" y="0"/>
                  </a:cubicBezTo>
                  <a:cubicBezTo>
                    <a:pt x="211" y="0"/>
                    <a:pt x="211" y="0"/>
                    <a:pt x="211" y="0"/>
                  </a:cubicBezTo>
                  <a:cubicBezTo>
                    <a:pt x="211" y="40"/>
                    <a:pt x="183" y="73"/>
                    <a:pt x="145" y="73"/>
                  </a:cubicBezTo>
                  <a:cubicBezTo>
                    <a:pt x="108" y="73"/>
                    <a:pt x="78" y="40"/>
                    <a:pt x="78" y="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4" y="0"/>
                    <a:pt x="55" y="7"/>
                    <a:pt x="49" y="16"/>
                  </a:cubicBezTo>
                  <a:cubicBezTo>
                    <a:pt x="28" y="69"/>
                    <a:pt x="28" y="69"/>
                    <a:pt x="28" y="69"/>
                  </a:cubicBezTo>
                  <a:cubicBezTo>
                    <a:pt x="2" y="130"/>
                    <a:pt x="2" y="130"/>
                    <a:pt x="2" y="130"/>
                  </a:cubicBezTo>
                  <a:cubicBezTo>
                    <a:pt x="0" y="134"/>
                    <a:pt x="0" y="138"/>
                    <a:pt x="0" y="140"/>
                  </a:cubicBezTo>
                  <a:cubicBezTo>
                    <a:pt x="0" y="144"/>
                    <a:pt x="0" y="147"/>
                    <a:pt x="2" y="151"/>
                  </a:cubicBezTo>
                  <a:cubicBezTo>
                    <a:pt x="42" y="239"/>
                    <a:pt x="42" y="239"/>
                    <a:pt x="42" y="239"/>
                  </a:cubicBezTo>
                  <a:cubicBezTo>
                    <a:pt x="47" y="251"/>
                    <a:pt x="59" y="257"/>
                    <a:pt x="73" y="251"/>
                  </a:cubicBezTo>
                  <a:cubicBezTo>
                    <a:pt x="83" y="245"/>
                    <a:pt x="90" y="231"/>
                    <a:pt x="82" y="216"/>
                  </a:cubicBezTo>
                  <a:cubicBezTo>
                    <a:pt x="49" y="140"/>
                    <a:pt x="49" y="140"/>
                    <a:pt x="49" y="140"/>
                  </a:cubicBezTo>
                  <a:cubicBezTo>
                    <a:pt x="55" y="124"/>
                    <a:pt x="55" y="124"/>
                    <a:pt x="55" y="124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73" y="162"/>
                    <a:pt x="73" y="162"/>
                    <a:pt x="73" y="162"/>
                  </a:cubicBezTo>
                  <a:cubicBezTo>
                    <a:pt x="95" y="214"/>
                    <a:pt x="95" y="214"/>
                    <a:pt x="95" y="214"/>
                  </a:cubicBezTo>
                  <a:cubicBezTo>
                    <a:pt x="99" y="223"/>
                    <a:pt x="99" y="229"/>
                    <a:pt x="99" y="237"/>
                  </a:cubicBezTo>
                  <a:cubicBezTo>
                    <a:pt x="109" y="242"/>
                    <a:pt x="117" y="257"/>
                    <a:pt x="117" y="272"/>
                  </a:cubicBezTo>
                  <a:cubicBezTo>
                    <a:pt x="117" y="304"/>
                    <a:pt x="117" y="304"/>
                    <a:pt x="117" y="304"/>
                  </a:cubicBezTo>
                  <a:cubicBezTo>
                    <a:pt x="169" y="304"/>
                    <a:pt x="169" y="304"/>
                    <a:pt x="169" y="304"/>
                  </a:cubicBezTo>
                  <a:cubicBezTo>
                    <a:pt x="169" y="272"/>
                    <a:pt x="169" y="272"/>
                    <a:pt x="169" y="272"/>
                  </a:cubicBezTo>
                  <a:cubicBezTo>
                    <a:pt x="169" y="255"/>
                    <a:pt x="180" y="239"/>
                    <a:pt x="195" y="235"/>
                  </a:cubicBezTo>
                  <a:cubicBezTo>
                    <a:pt x="195" y="227"/>
                    <a:pt x="195" y="221"/>
                    <a:pt x="199" y="212"/>
                  </a:cubicBezTo>
                  <a:cubicBezTo>
                    <a:pt x="217" y="168"/>
                    <a:pt x="217" y="168"/>
                    <a:pt x="217" y="168"/>
                  </a:cubicBezTo>
                  <a:cubicBezTo>
                    <a:pt x="217" y="81"/>
                    <a:pt x="217" y="81"/>
                    <a:pt x="217" y="81"/>
                  </a:cubicBezTo>
                  <a:cubicBezTo>
                    <a:pt x="236" y="126"/>
                    <a:pt x="236" y="126"/>
                    <a:pt x="236" y="126"/>
                  </a:cubicBezTo>
                  <a:cubicBezTo>
                    <a:pt x="241" y="140"/>
                    <a:pt x="241" y="140"/>
                    <a:pt x="241" y="140"/>
                  </a:cubicBezTo>
                  <a:cubicBezTo>
                    <a:pt x="208" y="216"/>
                    <a:pt x="208" y="216"/>
                    <a:pt x="208" y="216"/>
                  </a:cubicBezTo>
                  <a:cubicBezTo>
                    <a:pt x="203" y="231"/>
                    <a:pt x="208" y="245"/>
                    <a:pt x="220" y="251"/>
                  </a:cubicBezTo>
                  <a:cubicBezTo>
                    <a:pt x="231" y="257"/>
                    <a:pt x="245" y="251"/>
                    <a:pt x="251" y="239"/>
                  </a:cubicBezTo>
                  <a:cubicBezTo>
                    <a:pt x="289" y="151"/>
                    <a:pt x="289" y="151"/>
                    <a:pt x="289" y="151"/>
                  </a:cubicBezTo>
                  <a:cubicBezTo>
                    <a:pt x="289" y="147"/>
                    <a:pt x="292" y="144"/>
                    <a:pt x="289" y="140"/>
                  </a:cubicBezTo>
                  <a:cubicBezTo>
                    <a:pt x="292" y="138"/>
                    <a:pt x="289" y="134"/>
                    <a:pt x="289" y="13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253724" y="3162189"/>
            <a:ext cx="910325" cy="2784276"/>
            <a:chOff x="2440293" y="2371641"/>
            <a:chExt cx="682744" cy="2088207"/>
          </a:xfrm>
        </p:grpSpPr>
        <p:sp>
          <p:nvSpPr>
            <p:cNvPr id="14" name="Rectangle 88"/>
            <p:cNvSpPr>
              <a:spLocks noChangeArrowheads="1"/>
            </p:cNvSpPr>
            <p:nvPr/>
          </p:nvSpPr>
          <p:spPr bwMode="auto">
            <a:xfrm>
              <a:off x="2440293" y="3931047"/>
              <a:ext cx="682744" cy="528801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5" name="Freeform 96"/>
            <p:cNvSpPr/>
            <p:nvPr/>
          </p:nvSpPr>
          <p:spPr bwMode="auto">
            <a:xfrm>
              <a:off x="2454583" y="2371641"/>
              <a:ext cx="668454" cy="1545114"/>
            </a:xfrm>
            <a:custGeom>
              <a:avLst/>
              <a:gdLst/>
              <a:ahLst/>
              <a:cxnLst>
                <a:cxn ang="0">
                  <a:pos x="276" y="0"/>
                </a:cxn>
                <a:cxn ang="0">
                  <a:pos x="253" y="25"/>
                </a:cxn>
                <a:cxn ang="0">
                  <a:pos x="253" y="114"/>
                </a:cxn>
                <a:cxn ang="0">
                  <a:pos x="193" y="205"/>
                </a:cxn>
                <a:cxn ang="0">
                  <a:pos x="106" y="205"/>
                </a:cxn>
                <a:cxn ang="0">
                  <a:pos x="48" y="117"/>
                </a:cxn>
                <a:cxn ang="0">
                  <a:pos x="48" y="25"/>
                </a:cxn>
                <a:cxn ang="0">
                  <a:pos x="24" y="0"/>
                </a:cxn>
                <a:cxn ang="0">
                  <a:pos x="0" y="25"/>
                </a:cxn>
                <a:cxn ang="0">
                  <a:pos x="0" y="122"/>
                </a:cxn>
                <a:cxn ang="0">
                  <a:pos x="0" y="124"/>
                </a:cxn>
                <a:cxn ang="0">
                  <a:pos x="2" y="132"/>
                </a:cxn>
                <a:cxn ang="0">
                  <a:pos x="2" y="135"/>
                </a:cxn>
                <a:cxn ang="0">
                  <a:pos x="5" y="139"/>
                </a:cxn>
                <a:cxn ang="0">
                  <a:pos x="72" y="243"/>
                </a:cxn>
                <a:cxn ang="0">
                  <a:pos x="77" y="248"/>
                </a:cxn>
                <a:cxn ang="0">
                  <a:pos x="77" y="503"/>
                </a:cxn>
                <a:cxn ang="0">
                  <a:pos x="77" y="511"/>
                </a:cxn>
                <a:cxn ang="0">
                  <a:pos x="77" y="614"/>
                </a:cxn>
                <a:cxn ang="0">
                  <a:pos x="78" y="618"/>
                </a:cxn>
                <a:cxn ang="0">
                  <a:pos x="77" y="622"/>
                </a:cxn>
                <a:cxn ang="0">
                  <a:pos x="77" y="732"/>
                </a:cxn>
                <a:cxn ang="0">
                  <a:pos x="102" y="760"/>
                </a:cxn>
                <a:cxn ang="0">
                  <a:pos x="110" y="760"/>
                </a:cxn>
                <a:cxn ang="0">
                  <a:pos x="136" y="732"/>
                </a:cxn>
                <a:cxn ang="0">
                  <a:pos x="136" y="622"/>
                </a:cxn>
                <a:cxn ang="0">
                  <a:pos x="136" y="618"/>
                </a:cxn>
                <a:cxn ang="0">
                  <a:pos x="136" y="614"/>
                </a:cxn>
                <a:cxn ang="0">
                  <a:pos x="136" y="511"/>
                </a:cxn>
                <a:cxn ang="0">
                  <a:pos x="166" y="511"/>
                </a:cxn>
                <a:cxn ang="0">
                  <a:pos x="166" y="614"/>
                </a:cxn>
                <a:cxn ang="0">
                  <a:pos x="166" y="618"/>
                </a:cxn>
                <a:cxn ang="0">
                  <a:pos x="166" y="622"/>
                </a:cxn>
                <a:cxn ang="0">
                  <a:pos x="166" y="732"/>
                </a:cxn>
                <a:cxn ang="0">
                  <a:pos x="191" y="760"/>
                </a:cxn>
                <a:cxn ang="0">
                  <a:pos x="198" y="760"/>
                </a:cxn>
                <a:cxn ang="0">
                  <a:pos x="224" y="732"/>
                </a:cxn>
                <a:cxn ang="0">
                  <a:pos x="224" y="622"/>
                </a:cxn>
                <a:cxn ang="0">
                  <a:pos x="224" y="618"/>
                </a:cxn>
                <a:cxn ang="0">
                  <a:pos x="224" y="614"/>
                </a:cxn>
                <a:cxn ang="0">
                  <a:pos x="224" y="511"/>
                </a:cxn>
                <a:cxn ang="0">
                  <a:pos x="224" y="503"/>
                </a:cxn>
                <a:cxn ang="0">
                  <a:pos x="224" y="243"/>
                </a:cxn>
                <a:cxn ang="0">
                  <a:pos x="228" y="243"/>
                </a:cxn>
                <a:cxn ang="0">
                  <a:pos x="295" y="139"/>
                </a:cxn>
                <a:cxn ang="0">
                  <a:pos x="297" y="132"/>
                </a:cxn>
                <a:cxn ang="0">
                  <a:pos x="298" y="124"/>
                </a:cxn>
                <a:cxn ang="0">
                  <a:pos x="298" y="122"/>
                </a:cxn>
                <a:cxn ang="0">
                  <a:pos x="298" y="25"/>
                </a:cxn>
                <a:cxn ang="0">
                  <a:pos x="276" y="0"/>
                </a:cxn>
              </a:cxnLst>
              <a:rect l="0" t="0" r="r" b="b"/>
              <a:pathLst>
                <a:path w="298" h="760">
                  <a:moveTo>
                    <a:pt x="276" y="0"/>
                  </a:moveTo>
                  <a:cubicBezTo>
                    <a:pt x="264" y="0"/>
                    <a:pt x="253" y="11"/>
                    <a:pt x="253" y="25"/>
                  </a:cubicBezTo>
                  <a:cubicBezTo>
                    <a:pt x="253" y="114"/>
                    <a:pt x="253" y="114"/>
                    <a:pt x="253" y="114"/>
                  </a:cubicBezTo>
                  <a:cubicBezTo>
                    <a:pt x="193" y="205"/>
                    <a:pt x="193" y="205"/>
                    <a:pt x="193" y="205"/>
                  </a:cubicBezTo>
                  <a:cubicBezTo>
                    <a:pt x="106" y="205"/>
                    <a:pt x="106" y="205"/>
                    <a:pt x="106" y="205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11"/>
                    <a:pt x="37" y="0"/>
                    <a:pt x="24" y="0"/>
                  </a:cubicBezTo>
                  <a:cubicBezTo>
                    <a:pt x="11" y="0"/>
                    <a:pt x="0" y="11"/>
                    <a:pt x="0" y="2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8"/>
                    <a:pt x="2" y="130"/>
                    <a:pt x="2" y="132"/>
                  </a:cubicBezTo>
                  <a:cubicBezTo>
                    <a:pt x="2" y="132"/>
                    <a:pt x="2" y="132"/>
                    <a:pt x="2" y="135"/>
                  </a:cubicBezTo>
                  <a:cubicBezTo>
                    <a:pt x="3" y="136"/>
                    <a:pt x="3" y="136"/>
                    <a:pt x="5" y="139"/>
                  </a:cubicBezTo>
                  <a:cubicBezTo>
                    <a:pt x="72" y="243"/>
                    <a:pt x="72" y="243"/>
                    <a:pt x="72" y="243"/>
                  </a:cubicBezTo>
                  <a:cubicBezTo>
                    <a:pt x="72" y="243"/>
                    <a:pt x="74" y="246"/>
                    <a:pt x="77" y="248"/>
                  </a:cubicBezTo>
                  <a:cubicBezTo>
                    <a:pt x="77" y="503"/>
                    <a:pt x="77" y="503"/>
                    <a:pt x="77" y="503"/>
                  </a:cubicBezTo>
                  <a:cubicBezTo>
                    <a:pt x="77" y="511"/>
                    <a:pt x="77" y="511"/>
                    <a:pt x="77" y="511"/>
                  </a:cubicBezTo>
                  <a:cubicBezTo>
                    <a:pt x="77" y="614"/>
                    <a:pt x="77" y="614"/>
                    <a:pt x="77" y="614"/>
                  </a:cubicBezTo>
                  <a:cubicBezTo>
                    <a:pt x="77" y="617"/>
                    <a:pt x="78" y="617"/>
                    <a:pt x="78" y="618"/>
                  </a:cubicBezTo>
                  <a:cubicBezTo>
                    <a:pt x="77" y="622"/>
                    <a:pt x="77" y="622"/>
                    <a:pt x="77" y="622"/>
                  </a:cubicBezTo>
                  <a:cubicBezTo>
                    <a:pt x="77" y="732"/>
                    <a:pt x="77" y="732"/>
                    <a:pt x="77" y="732"/>
                  </a:cubicBezTo>
                  <a:cubicBezTo>
                    <a:pt x="77" y="749"/>
                    <a:pt x="90" y="760"/>
                    <a:pt x="102" y="760"/>
                  </a:cubicBezTo>
                  <a:cubicBezTo>
                    <a:pt x="110" y="760"/>
                    <a:pt x="110" y="760"/>
                    <a:pt x="110" y="760"/>
                  </a:cubicBezTo>
                  <a:cubicBezTo>
                    <a:pt x="124" y="760"/>
                    <a:pt x="136" y="749"/>
                    <a:pt x="136" y="732"/>
                  </a:cubicBezTo>
                  <a:cubicBezTo>
                    <a:pt x="136" y="622"/>
                    <a:pt x="136" y="622"/>
                    <a:pt x="136" y="622"/>
                  </a:cubicBezTo>
                  <a:cubicBezTo>
                    <a:pt x="136" y="618"/>
                    <a:pt x="136" y="618"/>
                    <a:pt x="136" y="618"/>
                  </a:cubicBezTo>
                  <a:cubicBezTo>
                    <a:pt x="136" y="617"/>
                    <a:pt x="136" y="617"/>
                    <a:pt x="136" y="614"/>
                  </a:cubicBezTo>
                  <a:cubicBezTo>
                    <a:pt x="136" y="511"/>
                    <a:pt x="136" y="511"/>
                    <a:pt x="136" y="511"/>
                  </a:cubicBezTo>
                  <a:cubicBezTo>
                    <a:pt x="166" y="511"/>
                    <a:pt x="166" y="511"/>
                    <a:pt x="166" y="511"/>
                  </a:cubicBezTo>
                  <a:cubicBezTo>
                    <a:pt x="166" y="614"/>
                    <a:pt x="166" y="614"/>
                    <a:pt x="166" y="614"/>
                  </a:cubicBezTo>
                  <a:cubicBezTo>
                    <a:pt x="166" y="617"/>
                    <a:pt x="166" y="617"/>
                    <a:pt x="166" y="618"/>
                  </a:cubicBezTo>
                  <a:cubicBezTo>
                    <a:pt x="166" y="622"/>
                    <a:pt x="166" y="622"/>
                    <a:pt x="166" y="622"/>
                  </a:cubicBezTo>
                  <a:cubicBezTo>
                    <a:pt x="166" y="732"/>
                    <a:pt x="166" y="732"/>
                    <a:pt x="166" y="732"/>
                  </a:cubicBezTo>
                  <a:cubicBezTo>
                    <a:pt x="166" y="749"/>
                    <a:pt x="177" y="760"/>
                    <a:pt x="191" y="760"/>
                  </a:cubicBezTo>
                  <a:cubicBezTo>
                    <a:pt x="198" y="760"/>
                    <a:pt x="198" y="760"/>
                    <a:pt x="198" y="760"/>
                  </a:cubicBezTo>
                  <a:cubicBezTo>
                    <a:pt x="214" y="760"/>
                    <a:pt x="224" y="749"/>
                    <a:pt x="224" y="732"/>
                  </a:cubicBezTo>
                  <a:cubicBezTo>
                    <a:pt x="224" y="622"/>
                    <a:pt x="224" y="622"/>
                    <a:pt x="224" y="622"/>
                  </a:cubicBezTo>
                  <a:cubicBezTo>
                    <a:pt x="224" y="618"/>
                    <a:pt x="224" y="618"/>
                    <a:pt x="224" y="618"/>
                  </a:cubicBezTo>
                  <a:cubicBezTo>
                    <a:pt x="224" y="617"/>
                    <a:pt x="224" y="617"/>
                    <a:pt x="224" y="614"/>
                  </a:cubicBezTo>
                  <a:cubicBezTo>
                    <a:pt x="224" y="511"/>
                    <a:pt x="224" y="511"/>
                    <a:pt x="224" y="511"/>
                  </a:cubicBezTo>
                  <a:cubicBezTo>
                    <a:pt x="224" y="503"/>
                    <a:pt x="224" y="503"/>
                    <a:pt x="224" y="503"/>
                  </a:cubicBezTo>
                  <a:cubicBezTo>
                    <a:pt x="224" y="243"/>
                    <a:pt x="224" y="243"/>
                    <a:pt x="224" y="243"/>
                  </a:cubicBezTo>
                  <a:cubicBezTo>
                    <a:pt x="227" y="243"/>
                    <a:pt x="227" y="243"/>
                    <a:pt x="228" y="243"/>
                  </a:cubicBezTo>
                  <a:cubicBezTo>
                    <a:pt x="295" y="139"/>
                    <a:pt x="295" y="139"/>
                    <a:pt x="295" y="139"/>
                  </a:cubicBezTo>
                  <a:cubicBezTo>
                    <a:pt x="295" y="136"/>
                    <a:pt x="297" y="135"/>
                    <a:pt x="297" y="132"/>
                  </a:cubicBezTo>
                  <a:cubicBezTo>
                    <a:pt x="298" y="128"/>
                    <a:pt x="298" y="126"/>
                    <a:pt x="298" y="124"/>
                  </a:cubicBezTo>
                  <a:cubicBezTo>
                    <a:pt x="298" y="122"/>
                    <a:pt x="298" y="122"/>
                    <a:pt x="298" y="122"/>
                  </a:cubicBezTo>
                  <a:cubicBezTo>
                    <a:pt x="298" y="25"/>
                    <a:pt x="298" y="25"/>
                    <a:pt x="298" y="25"/>
                  </a:cubicBezTo>
                  <a:cubicBezTo>
                    <a:pt x="298" y="11"/>
                    <a:pt x="290" y="0"/>
                    <a:pt x="276" y="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 dirty="0">
                <a:solidFill>
                  <a:srgbClr val="FFFFFF"/>
                </a:solidFill>
              </a:endParaRPr>
            </a:p>
          </p:txBody>
        </p:sp>
        <p:sp>
          <p:nvSpPr>
            <p:cNvPr id="16" name="Oval 97"/>
            <p:cNvSpPr>
              <a:spLocks noChangeArrowheads="1"/>
            </p:cNvSpPr>
            <p:nvPr/>
          </p:nvSpPr>
          <p:spPr bwMode="auto">
            <a:xfrm>
              <a:off x="2667345" y="2503445"/>
              <a:ext cx="250869" cy="247726"/>
            </a:xfrm>
            <a:prstGeom prst="ellipse">
              <a:avLst/>
            </a:pr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4083602" y="3513664"/>
            <a:ext cx="1007708" cy="2432800"/>
            <a:chOff x="3062701" y="2635248"/>
            <a:chExt cx="755781" cy="1824600"/>
          </a:xfrm>
        </p:grpSpPr>
        <p:sp>
          <p:nvSpPr>
            <p:cNvPr id="18" name="Rectangle 89"/>
            <p:cNvSpPr>
              <a:spLocks noChangeArrowheads="1"/>
            </p:cNvSpPr>
            <p:nvPr/>
          </p:nvSpPr>
          <p:spPr bwMode="auto">
            <a:xfrm>
              <a:off x="3123036" y="4080318"/>
              <a:ext cx="681156" cy="379530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9" name="Freeform 98"/>
            <p:cNvSpPr/>
            <p:nvPr/>
          </p:nvSpPr>
          <p:spPr bwMode="auto">
            <a:xfrm>
              <a:off x="3062701" y="2929026"/>
              <a:ext cx="755781" cy="1124297"/>
            </a:xfrm>
            <a:custGeom>
              <a:avLst/>
              <a:gdLst/>
              <a:ahLst/>
              <a:cxnLst>
                <a:cxn ang="0">
                  <a:pos x="333" y="115"/>
                </a:cxn>
                <a:cxn ang="0">
                  <a:pos x="331" y="112"/>
                </a:cxn>
                <a:cxn ang="0">
                  <a:pos x="242" y="2"/>
                </a:cxn>
                <a:cxn ang="0">
                  <a:pos x="96" y="0"/>
                </a:cxn>
                <a:cxn ang="0">
                  <a:pos x="73" y="11"/>
                </a:cxn>
                <a:cxn ang="0">
                  <a:pos x="4" y="114"/>
                </a:cxn>
                <a:cxn ang="0">
                  <a:pos x="2" y="118"/>
                </a:cxn>
                <a:cxn ang="0">
                  <a:pos x="0" y="128"/>
                </a:cxn>
                <a:cxn ang="0">
                  <a:pos x="2" y="138"/>
                </a:cxn>
                <a:cxn ang="0">
                  <a:pos x="8" y="149"/>
                </a:cxn>
                <a:cxn ang="0">
                  <a:pos x="11" y="150"/>
                </a:cxn>
                <a:cxn ang="0">
                  <a:pos x="119" y="192"/>
                </a:cxn>
                <a:cxn ang="0">
                  <a:pos x="58" y="123"/>
                </a:cxn>
                <a:cxn ang="0">
                  <a:pos x="96" y="128"/>
                </a:cxn>
                <a:cxn ang="0">
                  <a:pos x="131" y="201"/>
                </a:cxn>
                <a:cxn ang="0">
                  <a:pos x="96" y="219"/>
                </a:cxn>
                <a:cxn ang="0">
                  <a:pos x="96" y="305"/>
                </a:cxn>
                <a:cxn ang="0">
                  <a:pos x="96" y="411"/>
                </a:cxn>
                <a:cxn ang="0">
                  <a:pos x="96" y="525"/>
                </a:cxn>
                <a:cxn ang="0">
                  <a:pos x="127" y="553"/>
                </a:cxn>
                <a:cxn ang="0">
                  <a:pos x="155" y="416"/>
                </a:cxn>
                <a:cxn ang="0">
                  <a:pos x="155" y="408"/>
                </a:cxn>
                <a:cxn ang="0">
                  <a:pos x="183" y="305"/>
                </a:cxn>
                <a:cxn ang="0">
                  <a:pos x="183" y="411"/>
                </a:cxn>
                <a:cxn ang="0">
                  <a:pos x="183" y="525"/>
                </a:cxn>
                <a:cxn ang="0">
                  <a:pos x="216" y="553"/>
                </a:cxn>
                <a:cxn ang="0">
                  <a:pos x="242" y="416"/>
                </a:cxn>
                <a:cxn ang="0">
                  <a:pos x="242" y="408"/>
                </a:cxn>
                <a:cxn ang="0">
                  <a:pos x="242" y="296"/>
                </a:cxn>
                <a:cxn ang="0">
                  <a:pos x="234" y="219"/>
                </a:cxn>
                <a:cxn ang="0">
                  <a:pos x="216" y="144"/>
                </a:cxn>
                <a:cxn ang="0">
                  <a:pos x="242" y="69"/>
                </a:cxn>
                <a:cxn ang="0">
                  <a:pos x="224" y="156"/>
                </a:cxn>
                <a:cxn ang="0">
                  <a:pos x="247" y="201"/>
                </a:cxn>
                <a:cxn ang="0">
                  <a:pos x="325" y="149"/>
                </a:cxn>
                <a:cxn ang="0">
                  <a:pos x="333" y="142"/>
                </a:cxn>
                <a:cxn ang="0">
                  <a:pos x="335" y="132"/>
                </a:cxn>
                <a:cxn ang="0">
                  <a:pos x="335" y="124"/>
                </a:cxn>
              </a:cxnLst>
              <a:rect l="0" t="0" r="r" b="b"/>
              <a:pathLst>
                <a:path w="337" h="553">
                  <a:moveTo>
                    <a:pt x="333" y="118"/>
                  </a:moveTo>
                  <a:cubicBezTo>
                    <a:pt x="333" y="115"/>
                    <a:pt x="333" y="115"/>
                    <a:pt x="333" y="115"/>
                  </a:cubicBezTo>
                  <a:cubicBezTo>
                    <a:pt x="333" y="115"/>
                    <a:pt x="333" y="115"/>
                    <a:pt x="331" y="114"/>
                  </a:cubicBezTo>
                  <a:cubicBezTo>
                    <a:pt x="331" y="114"/>
                    <a:pt x="331" y="114"/>
                    <a:pt x="331" y="112"/>
                  </a:cubicBezTo>
                  <a:cubicBezTo>
                    <a:pt x="262" y="11"/>
                    <a:pt x="262" y="11"/>
                    <a:pt x="262" y="11"/>
                  </a:cubicBezTo>
                  <a:cubicBezTo>
                    <a:pt x="256" y="4"/>
                    <a:pt x="249" y="0"/>
                    <a:pt x="242" y="2"/>
                  </a:cubicBezTo>
                  <a:cubicBezTo>
                    <a:pt x="242" y="0"/>
                    <a:pt x="242" y="0"/>
                    <a:pt x="242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6" y="2"/>
                    <a:pt x="96" y="2"/>
                    <a:pt x="96" y="2"/>
                  </a:cubicBezTo>
                  <a:cubicBezTo>
                    <a:pt x="85" y="0"/>
                    <a:pt x="78" y="4"/>
                    <a:pt x="73" y="11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4" y="114"/>
                    <a:pt x="4" y="114"/>
                    <a:pt x="4" y="114"/>
                  </a:cubicBezTo>
                  <a:cubicBezTo>
                    <a:pt x="2" y="114"/>
                    <a:pt x="2" y="114"/>
                    <a:pt x="2" y="114"/>
                  </a:cubicBezTo>
                  <a:cubicBezTo>
                    <a:pt x="2" y="115"/>
                    <a:pt x="2" y="115"/>
                    <a:pt x="2" y="118"/>
                  </a:cubicBezTo>
                  <a:cubicBezTo>
                    <a:pt x="2" y="120"/>
                    <a:pt x="0" y="123"/>
                    <a:pt x="0" y="124"/>
                  </a:cubicBezTo>
                  <a:cubicBezTo>
                    <a:pt x="0" y="124"/>
                    <a:pt x="0" y="125"/>
                    <a:pt x="0" y="128"/>
                  </a:cubicBezTo>
                  <a:cubicBezTo>
                    <a:pt x="0" y="129"/>
                    <a:pt x="0" y="132"/>
                    <a:pt x="0" y="132"/>
                  </a:cubicBezTo>
                  <a:cubicBezTo>
                    <a:pt x="0" y="136"/>
                    <a:pt x="2" y="136"/>
                    <a:pt x="2" y="138"/>
                  </a:cubicBezTo>
                  <a:cubicBezTo>
                    <a:pt x="2" y="139"/>
                    <a:pt x="2" y="139"/>
                    <a:pt x="2" y="142"/>
                  </a:cubicBezTo>
                  <a:cubicBezTo>
                    <a:pt x="4" y="144"/>
                    <a:pt x="5" y="146"/>
                    <a:pt x="8" y="149"/>
                  </a:cubicBezTo>
                  <a:cubicBezTo>
                    <a:pt x="10" y="149"/>
                    <a:pt x="10" y="149"/>
                    <a:pt x="10" y="149"/>
                  </a:cubicBezTo>
                  <a:cubicBezTo>
                    <a:pt x="10" y="149"/>
                    <a:pt x="10" y="150"/>
                    <a:pt x="11" y="150"/>
                  </a:cubicBezTo>
                  <a:cubicBezTo>
                    <a:pt x="87" y="201"/>
                    <a:pt x="87" y="201"/>
                    <a:pt x="87" y="201"/>
                  </a:cubicBezTo>
                  <a:cubicBezTo>
                    <a:pt x="98" y="209"/>
                    <a:pt x="113" y="204"/>
                    <a:pt x="119" y="192"/>
                  </a:cubicBezTo>
                  <a:cubicBezTo>
                    <a:pt x="127" y="180"/>
                    <a:pt x="122" y="165"/>
                    <a:pt x="112" y="156"/>
                  </a:cubicBezTo>
                  <a:cubicBezTo>
                    <a:pt x="58" y="123"/>
                    <a:pt x="58" y="123"/>
                    <a:pt x="58" y="123"/>
                  </a:cubicBezTo>
                  <a:cubicBezTo>
                    <a:pt x="96" y="68"/>
                    <a:pt x="96" y="68"/>
                    <a:pt x="96" y="68"/>
                  </a:cubicBezTo>
                  <a:cubicBezTo>
                    <a:pt x="96" y="128"/>
                    <a:pt x="96" y="128"/>
                    <a:pt x="96" y="128"/>
                  </a:cubicBezTo>
                  <a:cubicBezTo>
                    <a:pt x="119" y="144"/>
                    <a:pt x="119" y="144"/>
                    <a:pt x="119" y="144"/>
                  </a:cubicBezTo>
                  <a:cubicBezTo>
                    <a:pt x="138" y="156"/>
                    <a:pt x="143" y="180"/>
                    <a:pt x="131" y="201"/>
                  </a:cubicBezTo>
                  <a:cubicBezTo>
                    <a:pt x="124" y="214"/>
                    <a:pt x="113" y="219"/>
                    <a:pt x="100" y="219"/>
                  </a:cubicBezTo>
                  <a:cubicBezTo>
                    <a:pt x="98" y="219"/>
                    <a:pt x="97" y="219"/>
                    <a:pt x="96" y="219"/>
                  </a:cubicBezTo>
                  <a:cubicBezTo>
                    <a:pt x="96" y="296"/>
                    <a:pt x="96" y="296"/>
                    <a:pt x="96" y="296"/>
                  </a:cubicBezTo>
                  <a:cubicBezTo>
                    <a:pt x="96" y="305"/>
                    <a:pt x="96" y="305"/>
                    <a:pt x="96" y="305"/>
                  </a:cubicBezTo>
                  <a:cubicBezTo>
                    <a:pt x="96" y="408"/>
                    <a:pt x="96" y="408"/>
                    <a:pt x="96" y="408"/>
                  </a:cubicBezTo>
                  <a:cubicBezTo>
                    <a:pt x="96" y="408"/>
                    <a:pt x="96" y="409"/>
                    <a:pt x="96" y="411"/>
                  </a:cubicBezTo>
                  <a:cubicBezTo>
                    <a:pt x="96" y="411"/>
                    <a:pt x="96" y="413"/>
                    <a:pt x="96" y="416"/>
                  </a:cubicBezTo>
                  <a:cubicBezTo>
                    <a:pt x="96" y="525"/>
                    <a:pt x="96" y="525"/>
                    <a:pt x="96" y="525"/>
                  </a:cubicBezTo>
                  <a:cubicBezTo>
                    <a:pt x="96" y="541"/>
                    <a:pt x="106" y="553"/>
                    <a:pt x="119" y="553"/>
                  </a:cubicBezTo>
                  <a:cubicBezTo>
                    <a:pt x="127" y="553"/>
                    <a:pt x="127" y="553"/>
                    <a:pt x="127" y="553"/>
                  </a:cubicBezTo>
                  <a:cubicBezTo>
                    <a:pt x="142" y="553"/>
                    <a:pt x="155" y="541"/>
                    <a:pt x="155" y="525"/>
                  </a:cubicBezTo>
                  <a:cubicBezTo>
                    <a:pt x="155" y="416"/>
                    <a:pt x="155" y="416"/>
                    <a:pt x="155" y="416"/>
                  </a:cubicBezTo>
                  <a:cubicBezTo>
                    <a:pt x="155" y="413"/>
                    <a:pt x="153" y="411"/>
                    <a:pt x="153" y="411"/>
                  </a:cubicBezTo>
                  <a:cubicBezTo>
                    <a:pt x="153" y="409"/>
                    <a:pt x="155" y="408"/>
                    <a:pt x="155" y="408"/>
                  </a:cubicBezTo>
                  <a:cubicBezTo>
                    <a:pt x="155" y="305"/>
                    <a:pt x="155" y="305"/>
                    <a:pt x="155" y="305"/>
                  </a:cubicBezTo>
                  <a:cubicBezTo>
                    <a:pt x="183" y="305"/>
                    <a:pt x="183" y="305"/>
                    <a:pt x="183" y="305"/>
                  </a:cubicBezTo>
                  <a:cubicBezTo>
                    <a:pt x="183" y="408"/>
                    <a:pt x="183" y="408"/>
                    <a:pt x="183" y="408"/>
                  </a:cubicBezTo>
                  <a:cubicBezTo>
                    <a:pt x="183" y="408"/>
                    <a:pt x="183" y="409"/>
                    <a:pt x="183" y="411"/>
                  </a:cubicBezTo>
                  <a:cubicBezTo>
                    <a:pt x="183" y="411"/>
                    <a:pt x="183" y="413"/>
                    <a:pt x="183" y="416"/>
                  </a:cubicBezTo>
                  <a:cubicBezTo>
                    <a:pt x="183" y="525"/>
                    <a:pt x="183" y="525"/>
                    <a:pt x="183" y="525"/>
                  </a:cubicBezTo>
                  <a:cubicBezTo>
                    <a:pt x="183" y="541"/>
                    <a:pt x="196" y="553"/>
                    <a:pt x="208" y="553"/>
                  </a:cubicBezTo>
                  <a:cubicBezTo>
                    <a:pt x="216" y="553"/>
                    <a:pt x="216" y="553"/>
                    <a:pt x="216" y="553"/>
                  </a:cubicBezTo>
                  <a:cubicBezTo>
                    <a:pt x="230" y="553"/>
                    <a:pt x="242" y="541"/>
                    <a:pt x="242" y="525"/>
                  </a:cubicBezTo>
                  <a:cubicBezTo>
                    <a:pt x="242" y="416"/>
                    <a:pt x="242" y="416"/>
                    <a:pt x="242" y="416"/>
                  </a:cubicBezTo>
                  <a:cubicBezTo>
                    <a:pt x="242" y="413"/>
                    <a:pt x="242" y="411"/>
                    <a:pt x="242" y="411"/>
                  </a:cubicBezTo>
                  <a:cubicBezTo>
                    <a:pt x="242" y="409"/>
                    <a:pt x="242" y="408"/>
                    <a:pt x="242" y="408"/>
                  </a:cubicBezTo>
                  <a:cubicBezTo>
                    <a:pt x="242" y="305"/>
                    <a:pt x="242" y="305"/>
                    <a:pt x="242" y="305"/>
                  </a:cubicBezTo>
                  <a:cubicBezTo>
                    <a:pt x="242" y="296"/>
                    <a:pt x="242" y="296"/>
                    <a:pt x="242" y="296"/>
                  </a:cubicBezTo>
                  <a:cubicBezTo>
                    <a:pt x="242" y="219"/>
                    <a:pt x="242" y="219"/>
                    <a:pt x="242" y="219"/>
                  </a:cubicBezTo>
                  <a:cubicBezTo>
                    <a:pt x="240" y="219"/>
                    <a:pt x="238" y="219"/>
                    <a:pt x="234" y="219"/>
                  </a:cubicBezTo>
                  <a:cubicBezTo>
                    <a:pt x="221" y="219"/>
                    <a:pt x="209" y="214"/>
                    <a:pt x="203" y="201"/>
                  </a:cubicBezTo>
                  <a:cubicBezTo>
                    <a:pt x="193" y="180"/>
                    <a:pt x="199" y="156"/>
                    <a:pt x="216" y="144"/>
                  </a:cubicBezTo>
                  <a:cubicBezTo>
                    <a:pt x="242" y="125"/>
                    <a:pt x="242" y="125"/>
                    <a:pt x="242" y="125"/>
                  </a:cubicBezTo>
                  <a:cubicBezTo>
                    <a:pt x="242" y="69"/>
                    <a:pt x="242" y="69"/>
                    <a:pt x="242" y="69"/>
                  </a:cubicBezTo>
                  <a:cubicBezTo>
                    <a:pt x="277" y="123"/>
                    <a:pt x="277" y="123"/>
                    <a:pt x="277" y="123"/>
                  </a:cubicBezTo>
                  <a:cubicBezTo>
                    <a:pt x="224" y="156"/>
                    <a:pt x="224" y="156"/>
                    <a:pt x="224" y="156"/>
                  </a:cubicBezTo>
                  <a:cubicBezTo>
                    <a:pt x="212" y="165"/>
                    <a:pt x="208" y="180"/>
                    <a:pt x="216" y="192"/>
                  </a:cubicBezTo>
                  <a:cubicBezTo>
                    <a:pt x="221" y="204"/>
                    <a:pt x="236" y="209"/>
                    <a:pt x="247" y="201"/>
                  </a:cubicBezTo>
                  <a:cubicBezTo>
                    <a:pt x="323" y="150"/>
                    <a:pt x="323" y="150"/>
                    <a:pt x="323" y="150"/>
                  </a:cubicBezTo>
                  <a:cubicBezTo>
                    <a:pt x="325" y="150"/>
                    <a:pt x="325" y="149"/>
                    <a:pt x="325" y="149"/>
                  </a:cubicBezTo>
                  <a:cubicBezTo>
                    <a:pt x="327" y="149"/>
                    <a:pt x="327" y="149"/>
                    <a:pt x="327" y="149"/>
                  </a:cubicBezTo>
                  <a:cubicBezTo>
                    <a:pt x="329" y="146"/>
                    <a:pt x="331" y="144"/>
                    <a:pt x="333" y="142"/>
                  </a:cubicBezTo>
                  <a:cubicBezTo>
                    <a:pt x="333" y="139"/>
                    <a:pt x="333" y="139"/>
                    <a:pt x="333" y="139"/>
                  </a:cubicBezTo>
                  <a:cubicBezTo>
                    <a:pt x="335" y="138"/>
                    <a:pt x="335" y="136"/>
                    <a:pt x="335" y="132"/>
                  </a:cubicBezTo>
                  <a:cubicBezTo>
                    <a:pt x="337" y="132"/>
                    <a:pt x="335" y="129"/>
                    <a:pt x="335" y="128"/>
                  </a:cubicBezTo>
                  <a:cubicBezTo>
                    <a:pt x="335" y="125"/>
                    <a:pt x="337" y="125"/>
                    <a:pt x="335" y="124"/>
                  </a:cubicBezTo>
                  <a:cubicBezTo>
                    <a:pt x="335" y="123"/>
                    <a:pt x="335" y="120"/>
                    <a:pt x="333" y="118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20" name="Freeform 99"/>
            <p:cNvSpPr/>
            <p:nvPr/>
          </p:nvSpPr>
          <p:spPr bwMode="auto">
            <a:xfrm>
              <a:off x="3313569" y="2635248"/>
              <a:ext cx="254044" cy="254078"/>
            </a:xfrm>
            <a:custGeom>
              <a:avLst/>
              <a:gdLst/>
              <a:ahLst/>
              <a:cxnLst>
                <a:cxn ang="0">
                  <a:pos x="55" y="125"/>
                </a:cxn>
                <a:cxn ang="0">
                  <a:pos x="113" y="62"/>
                </a:cxn>
                <a:cxn ang="0">
                  <a:pos x="55" y="0"/>
                </a:cxn>
                <a:cxn ang="0">
                  <a:pos x="0" y="62"/>
                </a:cxn>
                <a:cxn ang="0">
                  <a:pos x="55" y="125"/>
                </a:cxn>
              </a:cxnLst>
              <a:rect l="0" t="0" r="r" b="b"/>
              <a:pathLst>
                <a:path w="113" h="125">
                  <a:moveTo>
                    <a:pt x="55" y="125"/>
                  </a:moveTo>
                  <a:cubicBezTo>
                    <a:pt x="87" y="125"/>
                    <a:pt x="113" y="96"/>
                    <a:pt x="113" y="62"/>
                  </a:cubicBezTo>
                  <a:cubicBezTo>
                    <a:pt x="113" y="29"/>
                    <a:pt x="87" y="0"/>
                    <a:pt x="55" y="0"/>
                  </a:cubicBezTo>
                  <a:cubicBezTo>
                    <a:pt x="26" y="0"/>
                    <a:pt x="0" y="29"/>
                    <a:pt x="0" y="62"/>
                  </a:cubicBezTo>
                  <a:cubicBezTo>
                    <a:pt x="0" y="96"/>
                    <a:pt x="26" y="125"/>
                    <a:pt x="55" y="125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25" name="Group 45"/>
          <p:cNvGrpSpPr/>
          <p:nvPr/>
        </p:nvGrpSpPr>
        <p:grpSpPr>
          <a:xfrm>
            <a:off x="1553525" y="3354218"/>
            <a:ext cx="1181337" cy="1341348"/>
            <a:chOff x="1031709" y="2356953"/>
            <a:chExt cx="885849" cy="1005700"/>
          </a:xfrm>
        </p:grpSpPr>
        <p:sp>
          <p:nvSpPr>
            <p:cNvPr id="26" name="Title 1"/>
            <p:cNvSpPr txBox="1"/>
            <p:nvPr/>
          </p:nvSpPr>
          <p:spPr>
            <a:xfrm>
              <a:off x="1066800" y="2570190"/>
              <a:ext cx="685800" cy="369218"/>
            </a:xfrm>
            <a:prstGeom prst="rect">
              <a:avLst/>
            </a:prstGeom>
          </p:spPr>
          <p:txBody>
            <a:bodyPr vert="horz" wrap="square" lIns="121920" tIns="60960" rIns="121920" bIns="6096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2400" dirty="0">
                  <a:solidFill>
                    <a:srgbClr val="FFFFFF"/>
                  </a:solidFill>
                </a:rPr>
                <a:t>5</a:t>
              </a:r>
              <a:r>
                <a:rPr lang="zh-CN" altLang="en-US" sz="2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sz="2400" dirty="0">
                <a:solidFill>
                  <a:srgbClr val="FFFFFF"/>
                </a:solidFill>
              </a:endParaRPr>
            </a:p>
          </p:txBody>
        </p:sp>
        <p:sp>
          <p:nvSpPr>
            <p:cNvPr id="27" name="Content Placeholder 2"/>
            <p:cNvSpPr txBox="1"/>
            <p:nvPr/>
          </p:nvSpPr>
          <p:spPr>
            <a:xfrm>
              <a:off x="1088834" y="2820767"/>
              <a:ext cx="640037" cy="208183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93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年销售额</a:t>
              </a:r>
              <a:endParaRPr lang="en-US" sz="935" dirty="0">
                <a:solidFill>
                  <a:srgbClr val="FFFFFF"/>
                </a:solidFill>
              </a:endParaRPr>
            </a:p>
          </p:txBody>
        </p:sp>
        <p:sp>
          <p:nvSpPr>
            <p:cNvPr id="28" name="Freeform 1304"/>
            <p:cNvSpPr/>
            <p:nvPr/>
          </p:nvSpPr>
          <p:spPr bwMode="auto">
            <a:xfrm rot="19310162">
              <a:off x="1031709" y="2356953"/>
              <a:ext cx="885849" cy="1005700"/>
            </a:xfrm>
            <a:custGeom>
              <a:avLst/>
              <a:gdLst/>
              <a:ahLst/>
              <a:cxnLst>
                <a:cxn ang="0">
                  <a:pos x="0" y="178"/>
                </a:cxn>
                <a:cxn ang="0">
                  <a:pos x="180" y="0"/>
                </a:cxn>
                <a:cxn ang="0">
                  <a:pos x="358" y="178"/>
                </a:cxn>
                <a:cxn ang="0">
                  <a:pos x="207" y="347"/>
                </a:cxn>
                <a:cxn ang="0">
                  <a:pos x="176" y="407"/>
                </a:cxn>
                <a:cxn ang="0">
                  <a:pos x="148" y="347"/>
                </a:cxn>
                <a:cxn ang="0">
                  <a:pos x="0" y="178"/>
                </a:cxn>
              </a:cxnLst>
              <a:rect l="0" t="0" r="r" b="b"/>
              <a:pathLst>
                <a:path w="358" h="407">
                  <a:moveTo>
                    <a:pt x="0" y="178"/>
                  </a:moveTo>
                  <a:cubicBezTo>
                    <a:pt x="0" y="80"/>
                    <a:pt x="80" y="0"/>
                    <a:pt x="180" y="0"/>
                  </a:cubicBezTo>
                  <a:cubicBezTo>
                    <a:pt x="278" y="0"/>
                    <a:pt x="358" y="80"/>
                    <a:pt x="358" y="178"/>
                  </a:cubicBezTo>
                  <a:cubicBezTo>
                    <a:pt x="358" y="263"/>
                    <a:pt x="293" y="334"/>
                    <a:pt x="207" y="347"/>
                  </a:cubicBezTo>
                  <a:cubicBezTo>
                    <a:pt x="176" y="407"/>
                    <a:pt x="176" y="407"/>
                    <a:pt x="176" y="40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63" y="331"/>
                    <a:pt x="0" y="260"/>
                    <a:pt x="0" y="178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29" name="Group 47"/>
          <p:cNvGrpSpPr/>
          <p:nvPr/>
        </p:nvGrpSpPr>
        <p:grpSpPr>
          <a:xfrm>
            <a:off x="4702816" y="2382320"/>
            <a:ext cx="1181337" cy="1341348"/>
            <a:chOff x="3393267" y="1628255"/>
            <a:chExt cx="885849" cy="1005700"/>
          </a:xfrm>
        </p:grpSpPr>
        <p:sp>
          <p:nvSpPr>
            <p:cNvPr id="30" name="Title 1"/>
            <p:cNvSpPr txBox="1"/>
            <p:nvPr/>
          </p:nvSpPr>
          <p:spPr>
            <a:xfrm>
              <a:off x="3581400" y="1819207"/>
              <a:ext cx="685800" cy="369218"/>
            </a:xfrm>
            <a:prstGeom prst="rect">
              <a:avLst/>
            </a:prstGeom>
          </p:spPr>
          <p:txBody>
            <a:bodyPr vert="horz" wrap="square" lIns="121920" tIns="60960" rIns="121920" bIns="6096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id-ID" sz="2400" dirty="0">
                  <a:solidFill>
                    <a:srgbClr val="FFFFFF"/>
                  </a:solidFill>
                </a:rPr>
                <a:t>12</a:t>
              </a:r>
              <a:r>
                <a:rPr lang="zh-CN" altLang="en-US" sz="2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sz="2400" dirty="0">
                <a:solidFill>
                  <a:srgbClr val="FFFFFF"/>
                </a:solidFill>
              </a:endParaRPr>
            </a:p>
          </p:txBody>
        </p:sp>
        <p:sp>
          <p:nvSpPr>
            <p:cNvPr id="31" name="Content Placeholder 2"/>
            <p:cNvSpPr txBox="1"/>
            <p:nvPr/>
          </p:nvSpPr>
          <p:spPr>
            <a:xfrm>
              <a:off x="3603434" y="2069784"/>
              <a:ext cx="640037" cy="208183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93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年销售额</a:t>
              </a:r>
              <a:endParaRPr lang="en-US" sz="935" dirty="0">
                <a:solidFill>
                  <a:srgbClr val="FFFFFF"/>
                </a:solidFill>
              </a:endParaRPr>
            </a:p>
          </p:txBody>
        </p:sp>
        <p:sp>
          <p:nvSpPr>
            <p:cNvPr id="32" name="Freeform 1304"/>
            <p:cNvSpPr/>
            <p:nvPr/>
          </p:nvSpPr>
          <p:spPr bwMode="auto">
            <a:xfrm rot="2308264">
              <a:off x="3393267" y="1628255"/>
              <a:ext cx="885849" cy="1005700"/>
            </a:xfrm>
            <a:custGeom>
              <a:avLst/>
              <a:gdLst/>
              <a:ahLst/>
              <a:cxnLst>
                <a:cxn ang="0">
                  <a:pos x="0" y="178"/>
                </a:cxn>
                <a:cxn ang="0">
                  <a:pos x="180" y="0"/>
                </a:cxn>
                <a:cxn ang="0">
                  <a:pos x="358" y="178"/>
                </a:cxn>
                <a:cxn ang="0">
                  <a:pos x="207" y="347"/>
                </a:cxn>
                <a:cxn ang="0">
                  <a:pos x="176" y="407"/>
                </a:cxn>
                <a:cxn ang="0">
                  <a:pos x="148" y="347"/>
                </a:cxn>
                <a:cxn ang="0">
                  <a:pos x="0" y="178"/>
                </a:cxn>
              </a:cxnLst>
              <a:rect l="0" t="0" r="r" b="b"/>
              <a:pathLst>
                <a:path w="358" h="407">
                  <a:moveTo>
                    <a:pt x="0" y="178"/>
                  </a:moveTo>
                  <a:cubicBezTo>
                    <a:pt x="0" y="80"/>
                    <a:pt x="80" y="0"/>
                    <a:pt x="180" y="0"/>
                  </a:cubicBezTo>
                  <a:cubicBezTo>
                    <a:pt x="278" y="0"/>
                    <a:pt x="358" y="80"/>
                    <a:pt x="358" y="178"/>
                  </a:cubicBezTo>
                  <a:cubicBezTo>
                    <a:pt x="358" y="263"/>
                    <a:pt x="293" y="334"/>
                    <a:pt x="207" y="347"/>
                  </a:cubicBezTo>
                  <a:cubicBezTo>
                    <a:pt x="176" y="407"/>
                    <a:pt x="176" y="407"/>
                    <a:pt x="176" y="40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63" y="331"/>
                    <a:pt x="0" y="260"/>
                    <a:pt x="0" y="178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33" name="Group 46"/>
          <p:cNvGrpSpPr/>
          <p:nvPr/>
        </p:nvGrpSpPr>
        <p:grpSpPr>
          <a:xfrm>
            <a:off x="3162660" y="1892831"/>
            <a:ext cx="1181337" cy="1341349"/>
            <a:chOff x="2238351" y="1261250"/>
            <a:chExt cx="885849" cy="1005700"/>
          </a:xfrm>
        </p:grpSpPr>
        <p:sp>
          <p:nvSpPr>
            <p:cNvPr id="34" name="Title 1"/>
            <p:cNvSpPr txBox="1"/>
            <p:nvPr/>
          </p:nvSpPr>
          <p:spPr>
            <a:xfrm>
              <a:off x="2340166" y="1450841"/>
              <a:ext cx="685800" cy="369218"/>
            </a:xfrm>
            <a:prstGeom prst="rect">
              <a:avLst/>
            </a:prstGeom>
          </p:spPr>
          <p:txBody>
            <a:bodyPr vert="horz" wrap="square" lIns="121920" tIns="60960" rIns="121920" bIns="60960" rtlCol="0" anchor="ctr">
              <a:spAutoFit/>
            </a:bodyPr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28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id-ID" sz="2400" dirty="0">
                  <a:solidFill>
                    <a:srgbClr val="FFFFFF"/>
                  </a:solidFill>
                </a:rPr>
                <a:t>1</a:t>
              </a:r>
              <a:r>
                <a:rPr lang="en-US" sz="2400" dirty="0">
                  <a:solidFill>
                    <a:srgbClr val="FFFFFF"/>
                  </a:solidFill>
                </a:rPr>
                <a:t>5</a:t>
              </a:r>
              <a:r>
                <a:rPr lang="zh-CN" altLang="en-US" sz="24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万</a:t>
              </a:r>
              <a:endParaRPr lang="en-US" sz="2400" dirty="0">
                <a:solidFill>
                  <a:srgbClr val="FFFFFF"/>
                </a:solidFill>
              </a:endParaRPr>
            </a:p>
          </p:txBody>
        </p:sp>
        <p:sp>
          <p:nvSpPr>
            <p:cNvPr id="35" name="Content Placeholder 2"/>
            <p:cNvSpPr txBox="1"/>
            <p:nvPr/>
          </p:nvSpPr>
          <p:spPr>
            <a:xfrm>
              <a:off x="2362200" y="1701418"/>
              <a:ext cx="640037" cy="208183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zh-CN" altLang="en-US" sz="935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年销售额</a:t>
              </a:r>
              <a:endParaRPr lang="en-US" sz="935" dirty="0">
                <a:solidFill>
                  <a:srgbClr val="FFFFFF"/>
                </a:solidFill>
              </a:endParaRPr>
            </a:p>
          </p:txBody>
        </p:sp>
        <p:sp>
          <p:nvSpPr>
            <p:cNvPr id="36" name="Freeform 1304"/>
            <p:cNvSpPr/>
            <p:nvPr/>
          </p:nvSpPr>
          <p:spPr bwMode="auto">
            <a:xfrm>
              <a:off x="2238351" y="1261250"/>
              <a:ext cx="885849" cy="1005700"/>
            </a:xfrm>
            <a:custGeom>
              <a:avLst/>
              <a:gdLst/>
              <a:ahLst/>
              <a:cxnLst>
                <a:cxn ang="0">
                  <a:pos x="0" y="178"/>
                </a:cxn>
                <a:cxn ang="0">
                  <a:pos x="180" y="0"/>
                </a:cxn>
                <a:cxn ang="0">
                  <a:pos x="358" y="178"/>
                </a:cxn>
                <a:cxn ang="0">
                  <a:pos x="207" y="347"/>
                </a:cxn>
                <a:cxn ang="0">
                  <a:pos x="176" y="407"/>
                </a:cxn>
                <a:cxn ang="0">
                  <a:pos x="148" y="347"/>
                </a:cxn>
                <a:cxn ang="0">
                  <a:pos x="0" y="178"/>
                </a:cxn>
              </a:cxnLst>
              <a:rect l="0" t="0" r="r" b="b"/>
              <a:pathLst>
                <a:path w="358" h="407">
                  <a:moveTo>
                    <a:pt x="0" y="178"/>
                  </a:moveTo>
                  <a:cubicBezTo>
                    <a:pt x="0" y="80"/>
                    <a:pt x="80" y="0"/>
                    <a:pt x="180" y="0"/>
                  </a:cubicBezTo>
                  <a:cubicBezTo>
                    <a:pt x="278" y="0"/>
                    <a:pt x="358" y="80"/>
                    <a:pt x="358" y="178"/>
                  </a:cubicBezTo>
                  <a:cubicBezTo>
                    <a:pt x="358" y="263"/>
                    <a:pt x="293" y="334"/>
                    <a:pt x="207" y="347"/>
                  </a:cubicBezTo>
                  <a:cubicBezTo>
                    <a:pt x="176" y="407"/>
                    <a:pt x="176" y="407"/>
                    <a:pt x="176" y="407"/>
                  </a:cubicBezTo>
                  <a:cubicBezTo>
                    <a:pt x="148" y="347"/>
                    <a:pt x="148" y="347"/>
                    <a:pt x="148" y="347"/>
                  </a:cubicBezTo>
                  <a:cubicBezTo>
                    <a:pt x="63" y="331"/>
                    <a:pt x="0" y="260"/>
                    <a:pt x="0" y="178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grpSp>
        <p:nvGrpSpPr>
          <p:cNvPr id="37" name="Group 72"/>
          <p:cNvGrpSpPr/>
          <p:nvPr/>
        </p:nvGrpSpPr>
        <p:grpSpPr>
          <a:xfrm>
            <a:off x="6579585" y="2061836"/>
            <a:ext cx="4572793" cy="1421786"/>
            <a:chOff x="533400" y="1276351"/>
            <a:chExt cx="3429000" cy="1066011"/>
          </a:xfrm>
        </p:grpSpPr>
        <p:sp>
          <p:nvSpPr>
            <p:cNvPr id="38" name="TextBox 27"/>
            <p:cNvSpPr txBox="1"/>
            <p:nvPr/>
          </p:nvSpPr>
          <p:spPr>
            <a:xfrm>
              <a:off x="533400" y="1276351"/>
              <a:ext cx="762000" cy="992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8000" spc="-400" dirty="0">
                  <a:solidFill>
                    <a:srgbClr val="FFFFFF"/>
                  </a:solidFill>
                  <a:latin typeface="Agency FB" panose="020B0503020202020204" pitchFamily="34" charset="0"/>
                </a:rPr>
                <a:t>01</a:t>
              </a:r>
              <a:endParaRPr lang="en-US" sz="8000" spc="-400" dirty="0">
                <a:solidFill>
                  <a:srgbClr val="FFFFFF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39" name="Content Placeholder 2"/>
            <p:cNvSpPr txBox="1"/>
            <p:nvPr/>
          </p:nvSpPr>
          <p:spPr>
            <a:xfrm>
              <a:off x="1238672" y="1448491"/>
              <a:ext cx="2723728" cy="893871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标题一文字</a:t>
              </a:r>
              <a:br>
                <a:rPr lang="en-US" sz="1600" b="1" dirty="0">
                  <a:solidFill>
                    <a:srgbClr val="FFFFFF"/>
                  </a:solidFill>
                </a:rPr>
              </a:b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字以内</a:t>
              </a:r>
              <a:endPara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0" name="Group 73"/>
          <p:cNvGrpSpPr/>
          <p:nvPr/>
        </p:nvGrpSpPr>
        <p:grpSpPr>
          <a:xfrm>
            <a:off x="6579585" y="3349613"/>
            <a:ext cx="4572793" cy="1434797"/>
            <a:chOff x="533400" y="1276351"/>
            <a:chExt cx="3429000" cy="1075766"/>
          </a:xfrm>
        </p:grpSpPr>
        <p:sp>
          <p:nvSpPr>
            <p:cNvPr id="41" name="TextBox 30"/>
            <p:cNvSpPr txBox="1"/>
            <p:nvPr/>
          </p:nvSpPr>
          <p:spPr>
            <a:xfrm>
              <a:off x="533400" y="1276351"/>
              <a:ext cx="762000" cy="992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8000" spc="-400" dirty="0">
                  <a:solidFill>
                    <a:srgbClr val="FFFFFF"/>
                  </a:solidFill>
                  <a:latin typeface="Agency FB" panose="020B0503020202020204" pitchFamily="34" charset="0"/>
                </a:rPr>
                <a:t>02</a:t>
              </a:r>
              <a:endParaRPr lang="en-US" sz="8000" spc="-400" dirty="0">
                <a:solidFill>
                  <a:srgbClr val="FFFFFF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42" name="Content Placeholder 2"/>
            <p:cNvSpPr txBox="1"/>
            <p:nvPr/>
          </p:nvSpPr>
          <p:spPr>
            <a:xfrm>
              <a:off x="1238672" y="1458246"/>
              <a:ext cx="2723728" cy="893871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标题二文字</a:t>
              </a:r>
              <a:br>
                <a:rPr lang="en-US" sz="1600" b="1" dirty="0">
                  <a:solidFill>
                    <a:srgbClr val="FFFFFF"/>
                  </a:solidFill>
                </a:rPr>
              </a:b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字以内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43" name="Group 76"/>
          <p:cNvGrpSpPr/>
          <p:nvPr/>
        </p:nvGrpSpPr>
        <p:grpSpPr>
          <a:xfrm>
            <a:off x="6579585" y="4670823"/>
            <a:ext cx="4572793" cy="1434633"/>
            <a:chOff x="533400" y="1276351"/>
            <a:chExt cx="3429000" cy="1075643"/>
          </a:xfrm>
        </p:grpSpPr>
        <p:sp>
          <p:nvSpPr>
            <p:cNvPr id="44" name="TextBox 33"/>
            <p:cNvSpPr txBox="1"/>
            <p:nvPr/>
          </p:nvSpPr>
          <p:spPr>
            <a:xfrm>
              <a:off x="533400" y="1276351"/>
              <a:ext cx="762000" cy="9922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8000" spc="-400" dirty="0">
                  <a:solidFill>
                    <a:srgbClr val="FFFFFF"/>
                  </a:solidFill>
                  <a:latin typeface="Agency FB" panose="020B0503020202020204" pitchFamily="34" charset="0"/>
                </a:rPr>
                <a:t>03</a:t>
              </a:r>
              <a:endParaRPr lang="en-US" sz="8000" spc="-400" dirty="0">
                <a:solidFill>
                  <a:srgbClr val="FFFFFF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45" name="Content Placeholder 2"/>
            <p:cNvSpPr txBox="1"/>
            <p:nvPr/>
          </p:nvSpPr>
          <p:spPr>
            <a:xfrm>
              <a:off x="1238672" y="1458123"/>
              <a:ext cx="2723728" cy="893871"/>
            </a:xfrm>
            <a:prstGeom prst="rect">
              <a:avLst/>
            </a:prstGeom>
          </p:spPr>
          <p:txBody>
            <a:bodyPr vert="horz" lIns="121920" tIns="60960" rIns="121920" bIns="6096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zh-CN" altLang="en-US" sz="16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标题三文字</a:t>
              </a:r>
              <a:br>
                <a:rPr lang="en-US" sz="1600" b="1" dirty="0">
                  <a:solidFill>
                    <a:srgbClr val="FFFFFF"/>
                  </a:solidFill>
                </a:rPr>
              </a:b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200</a:t>
              </a:r>
              <a:r>
                <a:rPr lang="zh-CN" altLang="en-US" sz="12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字以内</a:t>
              </a:r>
              <a:endParaRPr lang="en-US" sz="1200" dirty="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"/>
          <p:cNvSpPr txBox="1"/>
          <p:nvPr/>
        </p:nvSpPr>
        <p:spPr>
          <a:xfrm>
            <a:off x="7938973" y="2594596"/>
            <a:ext cx="2957560" cy="11569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Oval 4"/>
          <p:cNvSpPr/>
          <p:nvPr/>
        </p:nvSpPr>
        <p:spPr>
          <a:xfrm>
            <a:off x="1746456" y="3491536"/>
            <a:ext cx="1441848" cy="1441848"/>
          </a:xfrm>
          <a:prstGeom prst="ellipse">
            <a:avLst/>
          </a:prstGeom>
          <a:noFill/>
          <a:ln w="38100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35%</a:t>
            </a:r>
            <a:endParaRPr lang="en-US" sz="26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ular Callout 5"/>
          <p:cNvSpPr/>
          <p:nvPr/>
        </p:nvSpPr>
        <p:spPr>
          <a:xfrm>
            <a:off x="2162374" y="1763345"/>
            <a:ext cx="2310655" cy="1187812"/>
          </a:xfrm>
          <a:prstGeom prst="wedgeRectCallout">
            <a:avLst>
              <a:gd name="adj1" fmla="val -35040"/>
              <a:gd name="adj2" fmla="val 85930"/>
            </a:avLst>
          </a:prstGeom>
          <a:noFill/>
          <a:ln w="6350" cmpd="sng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Oval 6"/>
          <p:cNvSpPr/>
          <p:nvPr/>
        </p:nvSpPr>
        <p:spPr>
          <a:xfrm>
            <a:off x="3040423" y="4897532"/>
            <a:ext cx="1441848" cy="1441848"/>
          </a:xfrm>
          <a:prstGeom prst="ellipse">
            <a:avLst/>
          </a:prstGeom>
          <a:noFill/>
          <a:ln w="38100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endParaRPr lang="en-US" sz="26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ular Callout 7"/>
          <p:cNvSpPr/>
          <p:nvPr/>
        </p:nvSpPr>
        <p:spPr>
          <a:xfrm>
            <a:off x="3317702" y="3344254"/>
            <a:ext cx="2310655" cy="1187812"/>
          </a:xfrm>
          <a:prstGeom prst="wedgeRectCallout">
            <a:avLst>
              <a:gd name="adj1" fmla="val -33923"/>
              <a:gd name="adj2" fmla="val 84612"/>
            </a:avLst>
          </a:prstGeom>
          <a:noFill/>
          <a:ln w="6350" cmpd="sng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Oval 8"/>
          <p:cNvSpPr/>
          <p:nvPr/>
        </p:nvSpPr>
        <p:spPr>
          <a:xfrm>
            <a:off x="5776237" y="3553869"/>
            <a:ext cx="1441848" cy="1441848"/>
          </a:xfrm>
          <a:prstGeom prst="ellipse">
            <a:avLst/>
          </a:prstGeom>
          <a:noFill/>
          <a:ln w="38100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  <a:endParaRPr lang="en-US" sz="26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ectangular Callout 9"/>
          <p:cNvSpPr/>
          <p:nvPr/>
        </p:nvSpPr>
        <p:spPr>
          <a:xfrm>
            <a:off x="4935159" y="1737186"/>
            <a:ext cx="2310655" cy="1187812"/>
          </a:xfrm>
          <a:prstGeom prst="wedgeRectCallout">
            <a:avLst>
              <a:gd name="adj1" fmla="val 12910"/>
              <a:gd name="adj2" fmla="val 87187"/>
            </a:avLst>
          </a:prstGeom>
          <a:noFill/>
          <a:ln w="6350" cmpd="sng">
            <a:solidFill>
              <a:srgbClr val="FDFDF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110000"/>
              </a:lnSpc>
            </a:pP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Rectangle 10"/>
          <p:cNvSpPr/>
          <p:nvPr/>
        </p:nvSpPr>
        <p:spPr>
          <a:xfrm>
            <a:off x="7938973" y="1903042"/>
            <a:ext cx="2957560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sz="21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8031363" y="2510097"/>
            <a:ext cx="258789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DFDF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 Placeholder 1"/>
          <p:cNvSpPr txBox="1"/>
          <p:nvPr/>
        </p:nvSpPr>
        <p:spPr>
          <a:xfrm>
            <a:off x="7938973" y="4812764"/>
            <a:ext cx="2957560" cy="115692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Clr>
                <a:srgbClr val="14A6A3"/>
              </a:buClr>
              <a:buNone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单击此处添加段落文字内容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6" name="Rectangle 10"/>
          <p:cNvSpPr/>
          <p:nvPr/>
        </p:nvSpPr>
        <p:spPr>
          <a:xfrm>
            <a:off x="7938973" y="4121212"/>
            <a:ext cx="2957560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3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单击添加文字内容</a:t>
            </a:r>
            <a:endParaRPr lang="en-US" sz="213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/>
        </p:nvCxnSpPr>
        <p:spPr bwMode="auto">
          <a:xfrm>
            <a:off x="8031363" y="4728267"/>
            <a:ext cx="2587899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DFDFD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500"/>
                            </p:stCondLst>
                            <p:childTnLst>
                              <p:par>
                                <p:cTn id="5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4"/>
          <p:cNvGrpSpPr/>
          <p:nvPr/>
        </p:nvGrpSpPr>
        <p:grpSpPr>
          <a:xfrm>
            <a:off x="10032438" y="2180862"/>
            <a:ext cx="930149" cy="930276"/>
            <a:chOff x="10874515" y="2395387"/>
            <a:chExt cx="930275" cy="930275"/>
          </a:xfrm>
          <a:noFill/>
        </p:grpSpPr>
        <p:sp>
          <p:nvSpPr>
            <p:cNvPr id="39" name="Freeform 245"/>
            <p:cNvSpPr/>
            <p:nvPr/>
          </p:nvSpPr>
          <p:spPr bwMode="auto">
            <a:xfrm>
              <a:off x="11209477" y="2741462"/>
              <a:ext cx="254000" cy="238125"/>
            </a:xfrm>
            <a:custGeom>
              <a:avLst/>
              <a:gdLst>
                <a:gd name="T0" fmla="*/ 128 w 202"/>
                <a:gd name="T1" fmla="*/ 3 h 189"/>
                <a:gd name="T2" fmla="*/ 104 w 202"/>
                <a:gd name="T3" fmla="*/ 0 h 189"/>
                <a:gd name="T4" fmla="*/ 13 w 202"/>
                <a:gd name="T5" fmla="*/ 71 h 189"/>
                <a:gd name="T6" fmla="*/ 82 w 202"/>
                <a:gd name="T7" fmla="*/ 186 h 189"/>
                <a:gd name="T8" fmla="*/ 105 w 202"/>
                <a:gd name="T9" fmla="*/ 189 h 189"/>
                <a:gd name="T10" fmla="*/ 196 w 202"/>
                <a:gd name="T11" fmla="*/ 117 h 189"/>
                <a:gd name="T12" fmla="*/ 186 w 202"/>
                <a:gd name="T13" fmla="*/ 46 h 189"/>
                <a:gd name="T14" fmla="*/ 128 w 202"/>
                <a:gd name="T15" fmla="*/ 3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2" h="189">
                  <a:moveTo>
                    <a:pt x="128" y="3"/>
                  </a:moveTo>
                  <a:cubicBezTo>
                    <a:pt x="120" y="1"/>
                    <a:pt x="112" y="0"/>
                    <a:pt x="104" y="0"/>
                  </a:cubicBezTo>
                  <a:cubicBezTo>
                    <a:pt x="61" y="0"/>
                    <a:pt x="23" y="29"/>
                    <a:pt x="13" y="71"/>
                  </a:cubicBezTo>
                  <a:cubicBezTo>
                    <a:pt x="0" y="122"/>
                    <a:pt x="31" y="173"/>
                    <a:pt x="82" y="186"/>
                  </a:cubicBezTo>
                  <a:cubicBezTo>
                    <a:pt x="89" y="188"/>
                    <a:pt x="97" y="189"/>
                    <a:pt x="105" y="189"/>
                  </a:cubicBezTo>
                  <a:cubicBezTo>
                    <a:pt x="148" y="189"/>
                    <a:pt x="186" y="160"/>
                    <a:pt x="196" y="117"/>
                  </a:cubicBezTo>
                  <a:cubicBezTo>
                    <a:pt x="202" y="93"/>
                    <a:pt x="199" y="67"/>
                    <a:pt x="186" y="46"/>
                  </a:cubicBezTo>
                  <a:cubicBezTo>
                    <a:pt x="173" y="24"/>
                    <a:pt x="152" y="9"/>
                    <a:pt x="128" y="3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Freeform 246"/>
            <p:cNvSpPr>
              <a:spLocks noEditPoints="1"/>
            </p:cNvSpPr>
            <p:nvPr/>
          </p:nvSpPr>
          <p:spPr bwMode="auto">
            <a:xfrm>
              <a:off x="10874515" y="2395387"/>
              <a:ext cx="930275" cy="930275"/>
            </a:xfrm>
            <a:custGeom>
              <a:avLst/>
              <a:gdLst>
                <a:gd name="T0" fmla="*/ 730 w 738"/>
                <a:gd name="T1" fmla="*/ 445 h 738"/>
                <a:gd name="T2" fmla="*/ 738 w 738"/>
                <a:gd name="T3" fmla="*/ 357 h 738"/>
                <a:gd name="T4" fmla="*/ 647 w 738"/>
                <a:gd name="T5" fmla="*/ 319 h 738"/>
                <a:gd name="T6" fmla="*/ 625 w 738"/>
                <a:gd name="T7" fmla="*/ 250 h 738"/>
                <a:gd name="T8" fmla="*/ 678 w 738"/>
                <a:gd name="T9" fmla="*/ 168 h 738"/>
                <a:gd name="T10" fmla="*/ 622 w 738"/>
                <a:gd name="T11" fmla="*/ 100 h 738"/>
                <a:gd name="T12" fmla="*/ 530 w 738"/>
                <a:gd name="T13" fmla="*/ 137 h 738"/>
                <a:gd name="T14" fmla="*/ 469 w 738"/>
                <a:gd name="T15" fmla="*/ 105 h 738"/>
                <a:gd name="T16" fmla="*/ 448 w 738"/>
                <a:gd name="T17" fmla="*/ 9 h 738"/>
                <a:gd name="T18" fmla="*/ 360 w 738"/>
                <a:gd name="T19" fmla="*/ 0 h 738"/>
                <a:gd name="T20" fmla="*/ 322 w 738"/>
                <a:gd name="T21" fmla="*/ 91 h 738"/>
                <a:gd name="T22" fmla="*/ 253 w 738"/>
                <a:gd name="T23" fmla="*/ 112 h 738"/>
                <a:gd name="T24" fmla="*/ 170 w 738"/>
                <a:gd name="T25" fmla="*/ 59 h 738"/>
                <a:gd name="T26" fmla="*/ 102 w 738"/>
                <a:gd name="T27" fmla="*/ 115 h 738"/>
                <a:gd name="T28" fmla="*/ 139 w 738"/>
                <a:gd name="T29" fmla="*/ 206 h 738"/>
                <a:gd name="T30" fmla="*/ 105 w 738"/>
                <a:gd name="T31" fmla="*/ 271 h 738"/>
                <a:gd name="T32" fmla="*/ 8 w 738"/>
                <a:gd name="T33" fmla="*/ 292 h 738"/>
                <a:gd name="T34" fmla="*/ 0 w 738"/>
                <a:gd name="T35" fmla="*/ 379 h 738"/>
                <a:gd name="T36" fmla="*/ 92 w 738"/>
                <a:gd name="T37" fmla="*/ 418 h 738"/>
                <a:gd name="T38" fmla="*/ 113 w 738"/>
                <a:gd name="T39" fmla="*/ 486 h 738"/>
                <a:gd name="T40" fmla="*/ 59 w 738"/>
                <a:gd name="T41" fmla="*/ 570 h 738"/>
                <a:gd name="T42" fmla="*/ 116 w 738"/>
                <a:gd name="T43" fmla="*/ 637 h 738"/>
                <a:gd name="T44" fmla="*/ 208 w 738"/>
                <a:gd name="T45" fmla="*/ 599 h 738"/>
                <a:gd name="T46" fmla="*/ 270 w 738"/>
                <a:gd name="T47" fmla="*/ 632 h 738"/>
                <a:gd name="T48" fmla="*/ 291 w 738"/>
                <a:gd name="T49" fmla="*/ 730 h 738"/>
                <a:gd name="T50" fmla="*/ 379 w 738"/>
                <a:gd name="T51" fmla="*/ 738 h 738"/>
                <a:gd name="T52" fmla="*/ 417 w 738"/>
                <a:gd name="T53" fmla="*/ 646 h 738"/>
                <a:gd name="T54" fmla="*/ 485 w 738"/>
                <a:gd name="T55" fmla="*/ 625 h 738"/>
                <a:gd name="T56" fmla="*/ 569 w 738"/>
                <a:gd name="T57" fmla="*/ 680 h 738"/>
                <a:gd name="T58" fmla="*/ 637 w 738"/>
                <a:gd name="T59" fmla="*/ 623 h 738"/>
                <a:gd name="T60" fmla="*/ 599 w 738"/>
                <a:gd name="T61" fmla="*/ 532 h 738"/>
                <a:gd name="T62" fmla="*/ 634 w 738"/>
                <a:gd name="T63" fmla="*/ 466 h 738"/>
                <a:gd name="T64" fmla="*/ 730 w 738"/>
                <a:gd name="T65" fmla="*/ 445 h 738"/>
                <a:gd name="T66" fmla="*/ 504 w 738"/>
                <a:gd name="T67" fmla="*/ 402 h 738"/>
                <a:gd name="T68" fmla="*/ 370 w 738"/>
                <a:gd name="T69" fmla="*/ 507 h 738"/>
                <a:gd name="T70" fmla="*/ 336 w 738"/>
                <a:gd name="T71" fmla="*/ 503 h 738"/>
                <a:gd name="T72" fmla="*/ 235 w 738"/>
                <a:gd name="T73" fmla="*/ 335 h 738"/>
                <a:gd name="T74" fmla="*/ 369 w 738"/>
                <a:gd name="T75" fmla="*/ 230 h 738"/>
                <a:gd name="T76" fmla="*/ 403 w 738"/>
                <a:gd name="T77" fmla="*/ 234 h 738"/>
                <a:gd name="T78" fmla="*/ 488 w 738"/>
                <a:gd name="T79" fmla="*/ 297 h 738"/>
                <a:gd name="T80" fmla="*/ 504 w 738"/>
                <a:gd name="T81" fmla="*/ 402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38" h="738">
                  <a:moveTo>
                    <a:pt x="730" y="445"/>
                  </a:moveTo>
                  <a:cubicBezTo>
                    <a:pt x="738" y="357"/>
                    <a:pt x="738" y="357"/>
                    <a:pt x="738" y="357"/>
                  </a:cubicBezTo>
                  <a:cubicBezTo>
                    <a:pt x="647" y="319"/>
                    <a:pt x="647" y="319"/>
                    <a:pt x="647" y="319"/>
                  </a:cubicBezTo>
                  <a:cubicBezTo>
                    <a:pt x="643" y="295"/>
                    <a:pt x="635" y="272"/>
                    <a:pt x="625" y="250"/>
                  </a:cubicBezTo>
                  <a:cubicBezTo>
                    <a:pt x="678" y="168"/>
                    <a:pt x="678" y="168"/>
                    <a:pt x="678" y="168"/>
                  </a:cubicBezTo>
                  <a:cubicBezTo>
                    <a:pt x="622" y="100"/>
                    <a:pt x="622" y="100"/>
                    <a:pt x="622" y="100"/>
                  </a:cubicBezTo>
                  <a:cubicBezTo>
                    <a:pt x="530" y="137"/>
                    <a:pt x="530" y="137"/>
                    <a:pt x="530" y="137"/>
                  </a:cubicBezTo>
                  <a:cubicBezTo>
                    <a:pt x="512" y="124"/>
                    <a:pt x="491" y="113"/>
                    <a:pt x="469" y="105"/>
                  </a:cubicBezTo>
                  <a:cubicBezTo>
                    <a:pt x="448" y="9"/>
                    <a:pt x="448" y="9"/>
                    <a:pt x="448" y="9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322" y="91"/>
                    <a:pt x="322" y="91"/>
                    <a:pt x="322" y="91"/>
                  </a:cubicBezTo>
                  <a:cubicBezTo>
                    <a:pt x="298" y="95"/>
                    <a:pt x="275" y="102"/>
                    <a:pt x="253" y="112"/>
                  </a:cubicBezTo>
                  <a:cubicBezTo>
                    <a:pt x="170" y="59"/>
                    <a:pt x="170" y="59"/>
                    <a:pt x="170" y="59"/>
                  </a:cubicBezTo>
                  <a:cubicBezTo>
                    <a:pt x="102" y="115"/>
                    <a:pt x="102" y="115"/>
                    <a:pt x="102" y="115"/>
                  </a:cubicBezTo>
                  <a:cubicBezTo>
                    <a:pt x="139" y="206"/>
                    <a:pt x="139" y="206"/>
                    <a:pt x="139" y="206"/>
                  </a:cubicBezTo>
                  <a:cubicBezTo>
                    <a:pt x="125" y="226"/>
                    <a:pt x="114" y="247"/>
                    <a:pt x="105" y="271"/>
                  </a:cubicBezTo>
                  <a:cubicBezTo>
                    <a:pt x="8" y="292"/>
                    <a:pt x="8" y="292"/>
                    <a:pt x="8" y="292"/>
                  </a:cubicBezTo>
                  <a:cubicBezTo>
                    <a:pt x="0" y="379"/>
                    <a:pt x="0" y="379"/>
                    <a:pt x="0" y="379"/>
                  </a:cubicBezTo>
                  <a:cubicBezTo>
                    <a:pt x="92" y="418"/>
                    <a:pt x="92" y="418"/>
                    <a:pt x="92" y="418"/>
                  </a:cubicBezTo>
                  <a:cubicBezTo>
                    <a:pt x="97" y="441"/>
                    <a:pt x="104" y="464"/>
                    <a:pt x="113" y="486"/>
                  </a:cubicBezTo>
                  <a:cubicBezTo>
                    <a:pt x="59" y="570"/>
                    <a:pt x="59" y="570"/>
                    <a:pt x="59" y="570"/>
                  </a:cubicBezTo>
                  <a:cubicBezTo>
                    <a:pt x="116" y="637"/>
                    <a:pt x="116" y="637"/>
                    <a:pt x="116" y="637"/>
                  </a:cubicBezTo>
                  <a:cubicBezTo>
                    <a:pt x="208" y="599"/>
                    <a:pt x="208" y="599"/>
                    <a:pt x="208" y="599"/>
                  </a:cubicBezTo>
                  <a:cubicBezTo>
                    <a:pt x="227" y="612"/>
                    <a:pt x="248" y="623"/>
                    <a:pt x="270" y="632"/>
                  </a:cubicBezTo>
                  <a:cubicBezTo>
                    <a:pt x="291" y="730"/>
                    <a:pt x="291" y="730"/>
                    <a:pt x="291" y="730"/>
                  </a:cubicBezTo>
                  <a:cubicBezTo>
                    <a:pt x="379" y="738"/>
                    <a:pt x="379" y="738"/>
                    <a:pt x="379" y="738"/>
                  </a:cubicBezTo>
                  <a:cubicBezTo>
                    <a:pt x="417" y="646"/>
                    <a:pt x="417" y="646"/>
                    <a:pt x="417" y="646"/>
                  </a:cubicBezTo>
                  <a:cubicBezTo>
                    <a:pt x="441" y="642"/>
                    <a:pt x="463" y="635"/>
                    <a:pt x="485" y="625"/>
                  </a:cubicBezTo>
                  <a:cubicBezTo>
                    <a:pt x="569" y="680"/>
                    <a:pt x="569" y="680"/>
                    <a:pt x="569" y="680"/>
                  </a:cubicBezTo>
                  <a:cubicBezTo>
                    <a:pt x="637" y="623"/>
                    <a:pt x="637" y="623"/>
                    <a:pt x="637" y="623"/>
                  </a:cubicBezTo>
                  <a:cubicBezTo>
                    <a:pt x="599" y="532"/>
                    <a:pt x="599" y="532"/>
                    <a:pt x="599" y="532"/>
                  </a:cubicBezTo>
                  <a:cubicBezTo>
                    <a:pt x="613" y="512"/>
                    <a:pt x="625" y="490"/>
                    <a:pt x="634" y="466"/>
                  </a:cubicBezTo>
                  <a:lnTo>
                    <a:pt x="730" y="445"/>
                  </a:lnTo>
                  <a:close/>
                  <a:moveTo>
                    <a:pt x="504" y="402"/>
                  </a:moveTo>
                  <a:cubicBezTo>
                    <a:pt x="489" y="464"/>
                    <a:pt x="433" y="507"/>
                    <a:pt x="370" y="507"/>
                  </a:cubicBezTo>
                  <a:cubicBezTo>
                    <a:pt x="358" y="507"/>
                    <a:pt x="347" y="506"/>
                    <a:pt x="336" y="503"/>
                  </a:cubicBezTo>
                  <a:cubicBezTo>
                    <a:pt x="262" y="484"/>
                    <a:pt x="217" y="409"/>
                    <a:pt x="235" y="335"/>
                  </a:cubicBezTo>
                  <a:cubicBezTo>
                    <a:pt x="251" y="273"/>
                    <a:pt x="306" y="230"/>
                    <a:pt x="369" y="230"/>
                  </a:cubicBezTo>
                  <a:cubicBezTo>
                    <a:pt x="381" y="230"/>
                    <a:pt x="392" y="231"/>
                    <a:pt x="403" y="234"/>
                  </a:cubicBezTo>
                  <a:cubicBezTo>
                    <a:pt x="439" y="243"/>
                    <a:pt x="469" y="265"/>
                    <a:pt x="488" y="297"/>
                  </a:cubicBezTo>
                  <a:cubicBezTo>
                    <a:pt x="508" y="329"/>
                    <a:pt x="513" y="366"/>
                    <a:pt x="504" y="402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1" name="Group 7"/>
          <p:cNvGrpSpPr/>
          <p:nvPr/>
        </p:nvGrpSpPr>
        <p:grpSpPr>
          <a:xfrm>
            <a:off x="6646756" y="1964962"/>
            <a:ext cx="2319025" cy="2319337"/>
            <a:chOff x="7488377" y="2179487"/>
            <a:chExt cx="2319338" cy="2319337"/>
          </a:xfrm>
          <a:noFill/>
        </p:grpSpPr>
        <p:sp>
          <p:nvSpPr>
            <p:cNvPr id="42" name="Freeform 240"/>
            <p:cNvSpPr>
              <a:spLocks noEditPoints="1"/>
            </p:cNvSpPr>
            <p:nvPr/>
          </p:nvSpPr>
          <p:spPr bwMode="auto">
            <a:xfrm>
              <a:off x="7488377" y="2179487"/>
              <a:ext cx="2319338" cy="2319337"/>
            </a:xfrm>
            <a:custGeom>
              <a:avLst/>
              <a:gdLst>
                <a:gd name="T0" fmla="*/ 1840 w 1840"/>
                <a:gd name="T1" fmla="*/ 964 h 1840"/>
                <a:gd name="T2" fmla="*/ 1682 w 1840"/>
                <a:gd name="T3" fmla="*/ 808 h 1840"/>
                <a:gd name="T4" fmla="*/ 1791 w 1840"/>
                <a:gd name="T5" fmla="*/ 614 h 1840"/>
                <a:gd name="T6" fmla="*/ 1578 w 1840"/>
                <a:gd name="T7" fmla="*/ 521 h 1840"/>
                <a:gd name="T8" fmla="*/ 1602 w 1840"/>
                <a:gd name="T9" fmla="*/ 301 h 1840"/>
                <a:gd name="T10" fmla="*/ 1379 w 1840"/>
                <a:gd name="T11" fmla="*/ 303 h 1840"/>
                <a:gd name="T12" fmla="*/ 1318 w 1840"/>
                <a:gd name="T13" fmla="*/ 90 h 1840"/>
                <a:gd name="T14" fmla="*/ 1103 w 1840"/>
                <a:gd name="T15" fmla="*/ 173 h 1840"/>
                <a:gd name="T16" fmla="*/ 964 w 1840"/>
                <a:gd name="T17" fmla="*/ 0 h 1840"/>
                <a:gd name="T18" fmla="*/ 808 w 1840"/>
                <a:gd name="T19" fmla="*/ 159 h 1840"/>
                <a:gd name="T20" fmla="*/ 613 w 1840"/>
                <a:gd name="T21" fmla="*/ 49 h 1840"/>
                <a:gd name="T22" fmla="*/ 521 w 1840"/>
                <a:gd name="T23" fmla="*/ 262 h 1840"/>
                <a:gd name="T24" fmla="*/ 301 w 1840"/>
                <a:gd name="T25" fmla="*/ 239 h 1840"/>
                <a:gd name="T26" fmla="*/ 303 w 1840"/>
                <a:gd name="T27" fmla="*/ 461 h 1840"/>
                <a:gd name="T28" fmla="*/ 89 w 1840"/>
                <a:gd name="T29" fmla="*/ 522 h 1840"/>
                <a:gd name="T30" fmla="*/ 173 w 1840"/>
                <a:gd name="T31" fmla="*/ 737 h 1840"/>
                <a:gd name="T32" fmla="*/ 0 w 1840"/>
                <a:gd name="T33" fmla="*/ 877 h 1840"/>
                <a:gd name="T34" fmla="*/ 159 w 1840"/>
                <a:gd name="T35" fmla="*/ 1032 h 1840"/>
                <a:gd name="T36" fmla="*/ 49 w 1840"/>
                <a:gd name="T37" fmla="*/ 1227 h 1840"/>
                <a:gd name="T38" fmla="*/ 262 w 1840"/>
                <a:gd name="T39" fmla="*/ 1320 h 1840"/>
                <a:gd name="T40" fmla="*/ 239 w 1840"/>
                <a:gd name="T41" fmla="*/ 1540 h 1840"/>
                <a:gd name="T42" fmla="*/ 461 w 1840"/>
                <a:gd name="T43" fmla="*/ 1538 h 1840"/>
                <a:gd name="T44" fmla="*/ 522 w 1840"/>
                <a:gd name="T45" fmla="*/ 1751 h 1840"/>
                <a:gd name="T46" fmla="*/ 737 w 1840"/>
                <a:gd name="T47" fmla="*/ 1668 h 1840"/>
                <a:gd name="T48" fmla="*/ 876 w 1840"/>
                <a:gd name="T49" fmla="*/ 1840 h 1840"/>
                <a:gd name="T50" fmla="*/ 1032 w 1840"/>
                <a:gd name="T51" fmla="*/ 1682 h 1840"/>
                <a:gd name="T52" fmla="*/ 1227 w 1840"/>
                <a:gd name="T53" fmla="*/ 1791 h 1840"/>
                <a:gd name="T54" fmla="*/ 1319 w 1840"/>
                <a:gd name="T55" fmla="*/ 1579 h 1840"/>
                <a:gd name="T56" fmla="*/ 1540 w 1840"/>
                <a:gd name="T57" fmla="*/ 1602 h 1840"/>
                <a:gd name="T58" fmla="*/ 1538 w 1840"/>
                <a:gd name="T59" fmla="*/ 1380 h 1840"/>
                <a:gd name="T60" fmla="*/ 1751 w 1840"/>
                <a:gd name="T61" fmla="*/ 1318 h 1840"/>
                <a:gd name="T62" fmla="*/ 1668 w 1840"/>
                <a:gd name="T63" fmla="*/ 1104 h 1840"/>
                <a:gd name="T64" fmla="*/ 1081 w 1840"/>
                <a:gd name="T65" fmla="*/ 1490 h 1840"/>
                <a:gd name="T66" fmla="*/ 759 w 1840"/>
                <a:gd name="T67" fmla="*/ 351 h 1840"/>
                <a:gd name="T68" fmla="*/ 1081 w 1840"/>
                <a:gd name="T69" fmla="*/ 1490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40" h="1840">
                  <a:moveTo>
                    <a:pt x="1827" y="1080"/>
                  </a:moveTo>
                  <a:cubicBezTo>
                    <a:pt x="1840" y="964"/>
                    <a:pt x="1840" y="964"/>
                    <a:pt x="1840" y="964"/>
                  </a:cubicBezTo>
                  <a:cubicBezTo>
                    <a:pt x="1690" y="906"/>
                    <a:pt x="1690" y="906"/>
                    <a:pt x="1690" y="906"/>
                  </a:cubicBezTo>
                  <a:cubicBezTo>
                    <a:pt x="1689" y="874"/>
                    <a:pt x="1687" y="841"/>
                    <a:pt x="1682" y="808"/>
                  </a:cubicBezTo>
                  <a:cubicBezTo>
                    <a:pt x="1823" y="726"/>
                    <a:pt x="1823" y="726"/>
                    <a:pt x="1823" y="726"/>
                  </a:cubicBezTo>
                  <a:cubicBezTo>
                    <a:pt x="1791" y="614"/>
                    <a:pt x="1791" y="614"/>
                    <a:pt x="1791" y="614"/>
                  </a:cubicBezTo>
                  <a:cubicBezTo>
                    <a:pt x="1628" y="618"/>
                    <a:pt x="1628" y="618"/>
                    <a:pt x="1628" y="618"/>
                  </a:cubicBezTo>
                  <a:cubicBezTo>
                    <a:pt x="1614" y="584"/>
                    <a:pt x="1597" y="552"/>
                    <a:pt x="1578" y="521"/>
                  </a:cubicBezTo>
                  <a:cubicBezTo>
                    <a:pt x="1675" y="392"/>
                    <a:pt x="1675" y="392"/>
                    <a:pt x="1675" y="392"/>
                  </a:cubicBezTo>
                  <a:cubicBezTo>
                    <a:pt x="1602" y="301"/>
                    <a:pt x="1602" y="301"/>
                    <a:pt x="1602" y="301"/>
                  </a:cubicBezTo>
                  <a:cubicBezTo>
                    <a:pt x="1455" y="366"/>
                    <a:pt x="1455" y="366"/>
                    <a:pt x="1455" y="366"/>
                  </a:cubicBezTo>
                  <a:cubicBezTo>
                    <a:pt x="1431" y="344"/>
                    <a:pt x="1406" y="322"/>
                    <a:pt x="1379" y="303"/>
                  </a:cubicBezTo>
                  <a:cubicBezTo>
                    <a:pt x="1420" y="147"/>
                    <a:pt x="1420" y="147"/>
                    <a:pt x="1420" y="147"/>
                  </a:cubicBezTo>
                  <a:cubicBezTo>
                    <a:pt x="1318" y="90"/>
                    <a:pt x="1318" y="90"/>
                    <a:pt x="1318" y="90"/>
                  </a:cubicBezTo>
                  <a:cubicBezTo>
                    <a:pt x="1206" y="206"/>
                    <a:pt x="1206" y="206"/>
                    <a:pt x="1206" y="206"/>
                  </a:cubicBezTo>
                  <a:cubicBezTo>
                    <a:pt x="1173" y="193"/>
                    <a:pt x="1139" y="181"/>
                    <a:pt x="1103" y="173"/>
                  </a:cubicBezTo>
                  <a:cubicBezTo>
                    <a:pt x="1080" y="13"/>
                    <a:pt x="1080" y="13"/>
                    <a:pt x="1080" y="13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906" y="151"/>
                    <a:pt x="906" y="151"/>
                    <a:pt x="906" y="151"/>
                  </a:cubicBezTo>
                  <a:cubicBezTo>
                    <a:pt x="874" y="151"/>
                    <a:pt x="841" y="154"/>
                    <a:pt x="808" y="159"/>
                  </a:cubicBezTo>
                  <a:cubicBezTo>
                    <a:pt x="726" y="17"/>
                    <a:pt x="726" y="17"/>
                    <a:pt x="726" y="17"/>
                  </a:cubicBezTo>
                  <a:cubicBezTo>
                    <a:pt x="613" y="49"/>
                    <a:pt x="613" y="49"/>
                    <a:pt x="613" y="49"/>
                  </a:cubicBezTo>
                  <a:cubicBezTo>
                    <a:pt x="617" y="213"/>
                    <a:pt x="617" y="213"/>
                    <a:pt x="617" y="213"/>
                  </a:cubicBezTo>
                  <a:cubicBezTo>
                    <a:pt x="584" y="227"/>
                    <a:pt x="552" y="244"/>
                    <a:pt x="521" y="262"/>
                  </a:cubicBezTo>
                  <a:cubicBezTo>
                    <a:pt x="392" y="166"/>
                    <a:pt x="392" y="166"/>
                    <a:pt x="392" y="166"/>
                  </a:cubicBezTo>
                  <a:cubicBezTo>
                    <a:pt x="301" y="239"/>
                    <a:pt x="301" y="239"/>
                    <a:pt x="301" y="239"/>
                  </a:cubicBezTo>
                  <a:cubicBezTo>
                    <a:pt x="366" y="386"/>
                    <a:pt x="366" y="386"/>
                    <a:pt x="366" y="386"/>
                  </a:cubicBezTo>
                  <a:cubicBezTo>
                    <a:pt x="343" y="410"/>
                    <a:pt x="322" y="435"/>
                    <a:pt x="303" y="461"/>
                  </a:cubicBezTo>
                  <a:cubicBezTo>
                    <a:pt x="147" y="420"/>
                    <a:pt x="147" y="420"/>
                    <a:pt x="147" y="420"/>
                  </a:cubicBezTo>
                  <a:cubicBezTo>
                    <a:pt x="89" y="522"/>
                    <a:pt x="89" y="522"/>
                    <a:pt x="89" y="522"/>
                  </a:cubicBezTo>
                  <a:cubicBezTo>
                    <a:pt x="206" y="634"/>
                    <a:pt x="206" y="634"/>
                    <a:pt x="206" y="634"/>
                  </a:cubicBezTo>
                  <a:cubicBezTo>
                    <a:pt x="192" y="668"/>
                    <a:pt x="181" y="702"/>
                    <a:pt x="173" y="737"/>
                  </a:cubicBezTo>
                  <a:cubicBezTo>
                    <a:pt x="13" y="760"/>
                    <a:pt x="13" y="760"/>
                    <a:pt x="13" y="760"/>
                  </a:cubicBezTo>
                  <a:cubicBezTo>
                    <a:pt x="0" y="877"/>
                    <a:pt x="0" y="877"/>
                    <a:pt x="0" y="877"/>
                  </a:cubicBezTo>
                  <a:cubicBezTo>
                    <a:pt x="151" y="934"/>
                    <a:pt x="151" y="934"/>
                    <a:pt x="151" y="934"/>
                  </a:cubicBezTo>
                  <a:cubicBezTo>
                    <a:pt x="151" y="967"/>
                    <a:pt x="154" y="1000"/>
                    <a:pt x="159" y="1032"/>
                  </a:cubicBezTo>
                  <a:cubicBezTo>
                    <a:pt x="17" y="1115"/>
                    <a:pt x="17" y="1115"/>
                    <a:pt x="17" y="1115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212" y="1223"/>
                    <a:pt x="212" y="1223"/>
                    <a:pt x="212" y="1223"/>
                  </a:cubicBezTo>
                  <a:cubicBezTo>
                    <a:pt x="227" y="1257"/>
                    <a:pt x="243" y="1289"/>
                    <a:pt x="262" y="1320"/>
                  </a:cubicBezTo>
                  <a:cubicBezTo>
                    <a:pt x="166" y="1449"/>
                    <a:pt x="166" y="1449"/>
                    <a:pt x="166" y="1449"/>
                  </a:cubicBezTo>
                  <a:cubicBezTo>
                    <a:pt x="239" y="1540"/>
                    <a:pt x="239" y="1540"/>
                    <a:pt x="239" y="1540"/>
                  </a:cubicBezTo>
                  <a:cubicBezTo>
                    <a:pt x="386" y="1474"/>
                    <a:pt x="386" y="1474"/>
                    <a:pt x="386" y="1474"/>
                  </a:cubicBezTo>
                  <a:cubicBezTo>
                    <a:pt x="410" y="1497"/>
                    <a:pt x="435" y="1518"/>
                    <a:pt x="461" y="1538"/>
                  </a:cubicBezTo>
                  <a:cubicBezTo>
                    <a:pt x="420" y="1694"/>
                    <a:pt x="420" y="1694"/>
                    <a:pt x="420" y="1694"/>
                  </a:cubicBezTo>
                  <a:cubicBezTo>
                    <a:pt x="522" y="1751"/>
                    <a:pt x="522" y="1751"/>
                    <a:pt x="522" y="1751"/>
                  </a:cubicBezTo>
                  <a:cubicBezTo>
                    <a:pt x="634" y="1635"/>
                    <a:pt x="634" y="1635"/>
                    <a:pt x="634" y="1635"/>
                  </a:cubicBezTo>
                  <a:cubicBezTo>
                    <a:pt x="667" y="1648"/>
                    <a:pt x="702" y="1659"/>
                    <a:pt x="737" y="1668"/>
                  </a:cubicBezTo>
                  <a:cubicBezTo>
                    <a:pt x="760" y="1827"/>
                    <a:pt x="760" y="1827"/>
                    <a:pt x="760" y="1827"/>
                  </a:cubicBezTo>
                  <a:cubicBezTo>
                    <a:pt x="876" y="1840"/>
                    <a:pt x="876" y="1840"/>
                    <a:pt x="876" y="1840"/>
                  </a:cubicBezTo>
                  <a:cubicBezTo>
                    <a:pt x="934" y="1690"/>
                    <a:pt x="934" y="1690"/>
                    <a:pt x="934" y="1690"/>
                  </a:cubicBezTo>
                  <a:cubicBezTo>
                    <a:pt x="967" y="1689"/>
                    <a:pt x="1000" y="1687"/>
                    <a:pt x="1032" y="1682"/>
                  </a:cubicBezTo>
                  <a:cubicBezTo>
                    <a:pt x="1114" y="1823"/>
                    <a:pt x="1114" y="1823"/>
                    <a:pt x="1114" y="1823"/>
                  </a:cubicBezTo>
                  <a:cubicBezTo>
                    <a:pt x="1227" y="1791"/>
                    <a:pt x="1227" y="1791"/>
                    <a:pt x="1227" y="1791"/>
                  </a:cubicBezTo>
                  <a:cubicBezTo>
                    <a:pt x="1223" y="1628"/>
                    <a:pt x="1223" y="1628"/>
                    <a:pt x="1223" y="1628"/>
                  </a:cubicBezTo>
                  <a:cubicBezTo>
                    <a:pt x="1256" y="1614"/>
                    <a:pt x="1289" y="1597"/>
                    <a:pt x="1319" y="1579"/>
                  </a:cubicBezTo>
                  <a:cubicBezTo>
                    <a:pt x="1448" y="1675"/>
                    <a:pt x="1448" y="1675"/>
                    <a:pt x="1448" y="1675"/>
                  </a:cubicBezTo>
                  <a:cubicBezTo>
                    <a:pt x="1540" y="1602"/>
                    <a:pt x="1540" y="1602"/>
                    <a:pt x="1540" y="1602"/>
                  </a:cubicBezTo>
                  <a:cubicBezTo>
                    <a:pt x="1474" y="1455"/>
                    <a:pt x="1474" y="1455"/>
                    <a:pt x="1474" y="1455"/>
                  </a:cubicBezTo>
                  <a:cubicBezTo>
                    <a:pt x="1497" y="1431"/>
                    <a:pt x="1518" y="1406"/>
                    <a:pt x="1538" y="1380"/>
                  </a:cubicBezTo>
                  <a:cubicBezTo>
                    <a:pt x="1694" y="1420"/>
                    <a:pt x="1694" y="1420"/>
                    <a:pt x="1694" y="1420"/>
                  </a:cubicBezTo>
                  <a:cubicBezTo>
                    <a:pt x="1751" y="1318"/>
                    <a:pt x="1751" y="1318"/>
                    <a:pt x="1751" y="1318"/>
                  </a:cubicBezTo>
                  <a:cubicBezTo>
                    <a:pt x="1635" y="1207"/>
                    <a:pt x="1635" y="1207"/>
                    <a:pt x="1635" y="1207"/>
                  </a:cubicBezTo>
                  <a:cubicBezTo>
                    <a:pt x="1648" y="1173"/>
                    <a:pt x="1659" y="1139"/>
                    <a:pt x="1668" y="1104"/>
                  </a:cubicBezTo>
                  <a:lnTo>
                    <a:pt x="1827" y="1080"/>
                  </a:lnTo>
                  <a:close/>
                  <a:moveTo>
                    <a:pt x="1081" y="1490"/>
                  </a:moveTo>
                  <a:cubicBezTo>
                    <a:pt x="766" y="1579"/>
                    <a:pt x="439" y="1396"/>
                    <a:pt x="350" y="1081"/>
                  </a:cubicBezTo>
                  <a:cubicBezTo>
                    <a:pt x="262" y="767"/>
                    <a:pt x="445" y="439"/>
                    <a:pt x="759" y="351"/>
                  </a:cubicBezTo>
                  <a:cubicBezTo>
                    <a:pt x="1074" y="262"/>
                    <a:pt x="1401" y="445"/>
                    <a:pt x="1490" y="760"/>
                  </a:cubicBezTo>
                  <a:cubicBezTo>
                    <a:pt x="1579" y="1074"/>
                    <a:pt x="1396" y="1401"/>
                    <a:pt x="1081" y="149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Freeform 247"/>
            <p:cNvSpPr>
              <a:spLocks noEditPoints="1"/>
            </p:cNvSpPr>
            <p:nvPr/>
          </p:nvSpPr>
          <p:spPr bwMode="auto">
            <a:xfrm>
              <a:off x="8332927" y="3025625"/>
              <a:ext cx="630238" cy="628650"/>
            </a:xfrm>
            <a:custGeom>
              <a:avLst/>
              <a:gdLst>
                <a:gd name="T0" fmla="*/ 250 w 500"/>
                <a:gd name="T1" fmla="*/ 499 h 499"/>
                <a:gd name="T2" fmla="*/ 0 w 500"/>
                <a:gd name="T3" fmla="*/ 249 h 499"/>
                <a:gd name="T4" fmla="*/ 250 w 500"/>
                <a:gd name="T5" fmla="*/ 0 h 499"/>
                <a:gd name="T6" fmla="*/ 500 w 500"/>
                <a:gd name="T7" fmla="*/ 249 h 499"/>
                <a:gd name="T8" fmla="*/ 250 w 500"/>
                <a:gd name="T9" fmla="*/ 499 h 499"/>
                <a:gd name="T10" fmla="*/ 250 w 500"/>
                <a:gd name="T11" fmla="*/ 140 h 499"/>
                <a:gd name="T12" fmla="*/ 140 w 500"/>
                <a:gd name="T13" fmla="*/ 249 h 499"/>
                <a:gd name="T14" fmla="*/ 250 w 500"/>
                <a:gd name="T15" fmla="*/ 359 h 499"/>
                <a:gd name="T16" fmla="*/ 360 w 500"/>
                <a:gd name="T17" fmla="*/ 249 h 499"/>
                <a:gd name="T18" fmla="*/ 250 w 500"/>
                <a:gd name="T19" fmla="*/ 140 h 4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0" h="499">
                  <a:moveTo>
                    <a:pt x="250" y="499"/>
                  </a:moveTo>
                  <a:cubicBezTo>
                    <a:pt x="112" y="499"/>
                    <a:pt x="0" y="387"/>
                    <a:pt x="0" y="249"/>
                  </a:cubicBezTo>
                  <a:cubicBezTo>
                    <a:pt x="0" y="112"/>
                    <a:pt x="112" y="0"/>
                    <a:pt x="250" y="0"/>
                  </a:cubicBezTo>
                  <a:cubicBezTo>
                    <a:pt x="388" y="0"/>
                    <a:pt x="500" y="112"/>
                    <a:pt x="500" y="249"/>
                  </a:cubicBezTo>
                  <a:cubicBezTo>
                    <a:pt x="500" y="387"/>
                    <a:pt x="388" y="499"/>
                    <a:pt x="250" y="499"/>
                  </a:cubicBezTo>
                  <a:close/>
                  <a:moveTo>
                    <a:pt x="250" y="140"/>
                  </a:moveTo>
                  <a:cubicBezTo>
                    <a:pt x="190" y="140"/>
                    <a:pt x="140" y="189"/>
                    <a:pt x="140" y="249"/>
                  </a:cubicBezTo>
                  <a:cubicBezTo>
                    <a:pt x="140" y="310"/>
                    <a:pt x="190" y="359"/>
                    <a:pt x="250" y="359"/>
                  </a:cubicBezTo>
                  <a:cubicBezTo>
                    <a:pt x="311" y="359"/>
                    <a:pt x="360" y="310"/>
                    <a:pt x="360" y="249"/>
                  </a:cubicBezTo>
                  <a:cubicBezTo>
                    <a:pt x="360" y="189"/>
                    <a:pt x="311" y="140"/>
                    <a:pt x="250" y="14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10"/>
          <p:cNvGrpSpPr/>
          <p:nvPr/>
        </p:nvGrpSpPr>
        <p:grpSpPr>
          <a:xfrm>
            <a:off x="8526101" y="2950800"/>
            <a:ext cx="2666640" cy="2667001"/>
            <a:chOff x="9367977" y="3165325"/>
            <a:chExt cx="2667000" cy="2667000"/>
          </a:xfrm>
          <a:noFill/>
        </p:grpSpPr>
        <p:sp>
          <p:nvSpPr>
            <p:cNvPr id="45" name="Freeform 239"/>
            <p:cNvSpPr>
              <a:spLocks noEditPoints="1"/>
            </p:cNvSpPr>
            <p:nvPr/>
          </p:nvSpPr>
          <p:spPr bwMode="auto">
            <a:xfrm>
              <a:off x="9367977" y="3165325"/>
              <a:ext cx="2667000" cy="2667000"/>
            </a:xfrm>
            <a:custGeom>
              <a:avLst/>
              <a:gdLst>
                <a:gd name="T0" fmla="*/ 2116 w 2116"/>
                <a:gd name="T1" fmla="*/ 1052 h 2116"/>
                <a:gd name="T2" fmla="*/ 1925 w 2116"/>
                <a:gd name="T3" fmla="*/ 883 h 2116"/>
                <a:gd name="T4" fmla="*/ 2038 w 2116"/>
                <a:gd name="T5" fmla="*/ 652 h 2116"/>
                <a:gd name="T6" fmla="*/ 1795 w 2116"/>
                <a:gd name="T7" fmla="*/ 570 h 2116"/>
                <a:gd name="T8" fmla="*/ 1802 w 2116"/>
                <a:gd name="T9" fmla="*/ 305 h 2116"/>
                <a:gd name="T10" fmla="*/ 1548 w 2116"/>
                <a:gd name="T11" fmla="*/ 321 h 2116"/>
                <a:gd name="T12" fmla="*/ 1464 w 2116"/>
                <a:gd name="T13" fmla="*/ 80 h 2116"/>
                <a:gd name="T14" fmla="*/ 1234 w 2116"/>
                <a:gd name="T15" fmla="*/ 191 h 2116"/>
                <a:gd name="T16" fmla="*/ 1052 w 2116"/>
                <a:gd name="T17" fmla="*/ 0 h 2116"/>
                <a:gd name="T18" fmla="*/ 884 w 2116"/>
                <a:gd name="T19" fmla="*/ 191 h 2116"/>
                <a:gd name="T20" fmla="*/ 653 w 2116"/>
                <a:gd name="T21" fmla="*/ 78 h 2116"/>
                <a:gd name="T22" fmla="*/ 570 w 2116"/>
                <a:gd name="T23" fmla="*/ 321 h 2116"/>
                <a:gd name="T24" fmla="*/ 305 w 2116"/>
                <a:gd name="T25" fmla="*/ 314 h 2116"/>
                <a:gd name="T26" fmla="*/ 322 w 2116"/>
                <a:gd name="T27" fmla="*/ 568 h 2116"/>
                <a:gd name="T28" fmla="*/ 81 w 2116"/>
                <a:gd name="T29" fmla="*/ 652 h 2116"/>
                <a:gd name="T30" fmla="*/ 192 w 2116"/>
                <a:gd name="T31" fmla="*/ 882 h 2116"/>
                <a:gd name="T32" fmla="*/ 0 w 2116"/>
                <a:gd name="T33" fmla="*/ 1064 h 2116"/>
                <a:gd name="T34" fmla="*/ 191 w 2116"/>
                <a:gd name="T35" fmla="*/ 1233 h 2116"/>
                <a:gd name="T36" fmla="*/ 78 w 2116"/>
                <a:gd name="T37" fmla="*/ 1463 h 2116"/>
                <a:gd name="T38" fmla="*/ 321 w 2116"/>
                <a:gd name="T39" fmla="*/ 1546 h 2116"/>
                <a:gd name="T40" fmla="*/ 314 w 2116"/>
                <a:gd name="T41" fmla="*/ 1811 h 2116"/>
                <a:gd name="T42" fmla="*/ 569 w 2116"/>
                <a:gd name="T43" fmla="*/ 1794 h 2116"/>
                <a:gd name="T44" fmla="*/ 653 w 2116"/>
                <a:gd name="T45" fmla="*/ 2035 h 2116"/>
                <a:gd name="T46" fmla="*/ 882 w 2116"/>
                <a:gd name="T47" fmla="*/ 1925 h 2116"/>
                <a:gd name="T48" fmla="*/ 1064 w 2116"/>
                <a:gd name="T49" fmla="*/ 2116 h 2116"/>
                <a:gd name="T50" fmla="*/ 1233 w 2116"/>
                <a:gd name="T51" fmla="*/ 1925 h 2116"/>
                <a:gd name="T52" fmla="*/ 1464 w 2116"/>
                <a:gd name="T53" fmla="*/ 2038 h 2116"/>
                <a:gd name="T54" fmla="*/ 1546 w 2116"/>
                <a:gd name="T55" fmla="*/ 1795 h 2116"/>
                <a:gd name="T56" fmla="*/ 1811 w 2116"/>
                <a:gd name="T57" fmla="*/ 1802 h 2116"/>
                <a:gd name="T58" fmla="*/ 1795 w 2116"/>
                <a:gd name="T59" fmla="*/ 1547 h 2116"/>
                <a:gd name="T60" fmla="*/ 2036 w 2116"/>
                <a:gd name="T61" fmla="*/ 1463 h 2116"/>
                <a:gd name="T62" fmla="*/ 1925 w 2116"/>
                <a:gd name="T63" fmla="*/ 1234 h 2116"/>
                <a:gd name="T64" fmla="*/ 1358 w 2116"/>
                <a:gd name="T65" fmla="*/ 1669 h 2116"/>
                <a:gd name="T66" fmla="*/ 759 w 2116"/>
                <a:gd name="T67" fmla="*/ 447 h 2116"/>
                <a:gd name="T68" fmla="*/ 1358 w 2116"/>
                <a:gd name="T69" fmla="*/ 1669 h 2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16" h="2116">
                  <a:moveTo>
                    <a:pt x="1941" y="1111"/>
                  </a:moveTo>
                  <a:cubicBezTo>
                    <a:pt x="2116" y="1052"/>
                    <a:pt x="2116" y="1052"/>
                    <a:pt x="2116" y="1052"/>
                  </a:cubicBezTo>
                  <a:cubicBezTo>
                    <a:pt x="2107" y="917"/>
                    <a:pt x="2107" y="917"/>
                    <a:pt x="2107" y="917"/>
                  </a:cubicBezTo>
                  <a:cubicBezTo>
                    <a:pt x="1925" y="883"/>
                    <a:pt x="1925" y="883"/>
                    <a:pt x="1925" y="883"/>
                  </a:cubicBezTo>
                  <a:cubicBezTo>
                    <a:pt x="1918" y="847"/>
                    <a:pt x="1908" y="810"/>
                    <a:pt x="1896" y="774"/>
                  </a:cubicBezTo>
                  <a:cubicBezTo>
                    <a:pt x="2038" y="652"/>
                    <a:pt x="2038" y="652"/>
                    <a:pt x="2038" y="652"/>
                  </a:cubicBezTo>
                  <a:cubicBezTo>
                    <a:pt x="1979" y="532"/>
                    <a:pt x="1979" y="532"/>
                    <a:pt x="1979" y="532"/>
                  </a:cubicBezTo>
                  <a:cubicBezTo>
                    <a:pt x="1795" y="570"/>
                    <a:pt x="1795" y="570"/>
                    <a:pt x="1795" y="570"/>
                  </a:cubicBezTo>
                  <a:cubicBezTo>
                    <a:pt x="1772" y="535"/>
                    <a:pt x="1747" y="502"/>
                    <a:pt x="1720" y="471"/>
                  </a:cubicBezTo>
                  <a:cubicBezTo>
                    <a:pt x="1802" y="305"/>
                    <a:pt x="1802" y="305"/>
                    <a:pt x="1802" y="305"/>
                  </a:cubicBezTo>
                  <a:cubicBezTo>
                    <a:pt x="1700" y="217"/>
                    <a:pt x="1700" y="217"/>
                    <a:pt x="1700" y="217"/>
                  </a:cubicBezTo>
                  <a:cubicBezTo>
                    <a:pt x="1548" y="321"/>
                    <a:pt x="1548" y="321"/>
                    <a:pt x="1548" y="321"/>
                  </a:cubicBezTo>
                  <a:cubicBezTo>
                    <a:pt x="1516" y="301"/>
                    <a:pt x="1483" y="282"/>
                    <a:pt x="1450" y="265"/>
                  </a:cubicBezTo>
                  <a:cubicBezTo>
                    <a:pt x="1464" y="80"/>
                    <a:pt x="1464" y="80"/>
                    <a:pt x="1464" y="80"/>
                  </a:cubicBezTo>
                  <a:cubicBezTo>
                    <a:pt x="1336" y="37"/>
                    <a:pt x="1336" y="37"/>
                    <a:pt x="1336" y="37"/>
                  </a:cubicBezTo>
                  <a:cubicBezTo>
                    <a:pt x="1234" y="191"/>
                    <a:pt x="1234" y="191"/>
                    <a:pt x="1234" y="191"/>
                  </a:cubicBezTo>
                  <a:cubicBezTo>
                    <a:pt x="1194" y="183"/>
                    <a:pt x="1152" y="178"/>
                    <a:pt x="1111" y="175"/>
                  </a:cubicBezTo>
                  <a:cubicBezTo>
                    <a:pt x="1052" y="0"/>
                    <a:pt x="1052" y="0"/>
                    <a:pt x="1052" y="0"/>
                  </a:cubicBezTo>
                  <a:cubicBezTo>
                    <a:pt x="918" y="9"/>
                    <a:pt x="918" y="9"/>
                    <a:pt x="918" y="9"/>
                  </a:cubicBezTo>
                  <a:cubicBezTo>
                    <a:pt x="884" y="191"/>
                    <a:pt x="884" y="191"/>
                    <a:pt x="884" y="191"/>
                  </a:cubicBezTo>
                  <a:cubicBezTo>
                    <a:pt x="847" y="198"/>
                    <a:pt x="810" y="208"/>
                    <a:pt x="774" y="220"/>
                  </a:cubicBezTo>
                  <a:cubicBezTo>
                    <a:pt x="653" y="78"/>
                    <a:pt x="653" y="78"/>
                    <a:pt x="653" y="78"/>
                  </a:cubicBezTo>
                  <a:cubicBezTo>
                    <a:pt x="532" y="137"/>
                    <a:pt x="532" y="137"/>
                    <a:pt x="532" y="137"/>
                  </a:cubicBezTo>
                  <a:cubicBezTo>
                    <a:pt x="570" y="321"/>
                    <a:pt x="570" y="321"/>
                    <a:pt x="570" y="321"/>
                  </a:cubicBezTo>
                  <a:cubicBezTo>
                    <a:pt x="535" y="344"/>
                    <a:pt x="502" y="369"/>
                    <a:pt x="471" y="396"/>
                  </a:cubicBezTo>
                  <a:cubicBezTo>
                    <a:pt x="305" y="314"/>
                    <a:pt x="305" y="314"/>
                    <a:pt x="305" y="314"/>
                  </a:cubicBezTo>
                  <a:cubicBezTo>
                    <a:pt x="217" y="416"/>
                    <a:pt x="217" y="416"/>
                    <a:pt x="217" y="416"/>
                  </a:cubicBezTo>
                  <a:cubicBezTo>
                    <a:pt x="322" y="568"/>
                    <a:pt x="322" y="568"/>
                    <a:pt x="322" y="568"/>
                  </a:cubicBezTo>
                  <a:cubicBezTo>
                    <a:pt x="301" y="600"/>
                    <a:pt x="282" y="633"/>
                    <a:pt x="265" y="666"/>
                  </a:cubicBezTo>
                  <a:cubicBezTo>
                    <a:pt x="81" y="652"/>
                    <a:pt x="81" y="652"/>
                    <a:pt x="81" y="652"/>
                  </a:cubicBezTo>
                  <a:cubicBezTo>
                    <a:pt x="37" y="780"/>
                    <a:pt x="37" y="780"/>
                    <a:pt x="37" y="780"/>
                  </a:cubicBezTo>
                  <a:cubicBezTo>
                    <a:pt x="192" y="882"/>
                    <a:pt x="192" y="882"/>
                    <a:pt x="192" y="882"/>
                  </a:cubicBezTo>
                  <a:cubicBezTo>
                    <a:pt x="183" y="923"/>
                    <a:pt x="178" y="964"/>
                    <a:pt x="175" y="1005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9" y="1198"/>
                    <a:pt x="9" y="1198"/>
                    <a:pt x="9" y="1198"/>
                  </a:cubicBezTo>
                  <a:cubicBezTo>
                    <a:pt x="191" y="1233"/>
                    <a:pt x="191" y="1233"/>
                    <a:pt x="191" y="1233"/>
                  </a:cubicBezTo>
                  <a:cubicBezTo>
                    <a:pt x="199" y="1269"/>
                    <a:pt x="208" y="1306"/>
                    <a:pt x="221" y="1342"/>
                  </a:cubicBezTo>
                  <a:cubicBezTo>
                    <a:pt x="78" y="1463"/>
                    <a:pt x="78" y="1463"/>
                    <a:pt x="78" y="1463"/>
                  </a:cubicBezTo>
                  <a:cubicBezTo>
                    <a:pt x="138" y="1584"/>
                    <a:pt x="138" y="1584"/>
                    <a:pt x="138" y="1584"/>
                  </a:cubicBezTo>
                  <a:cubicBezTo>
                    <a:pt x="321" y="1546"/>
                    <a:pt x="321" y="1546"/>
                    <a:pt x="321" y="1546"/>
                  </a:cubicBezTo>
                  <a:cubicBezTo>
                    <a:pt x="344" y="1581"/>
                    <a:pt x="369" y="1614"/>
                    <a:pt x="397" y="1645"/>
                  </a:cubicBezTo>
                  <a:cubicBezTo>
                    <a:pt x="314" y="1811"/>
                    <a:pt x="314" y="1811"/>
                    <a:pt x="314" y="1811"/>
                  </a:cubicBezTo>
                  <a:cubicBezTo>
                    <a:pt x="416" y="1899"/>
                    <a:pt x="416" y="1899"/>
                    <a:pt x="416" y="1899"/>
                  </a:cubicBezTo>
                  <a:cubicBezTo>
                    <a:pt x="569" y="1794"/>
                    <a:pt x="569" y="1794"/>
                    <a:pt x="569" y="1794"/>
                  </a:cubicBezTo>
                  <a:cubicBezTo>
                    <a:pt x="600" y="1815"/>
                    <a:pt x="633" y="1834"/>
                    <a:pt x="667" y="1851"/>
                  </a:cubicBezTo>
                  <a:cubicBezTo>
                    <a:pt x="653" y="2035"/>
                    <a:pt x="653" y="2035"/>
                    <a:pt x="653" y="2035"/>
                  </a:cubicBezTo>
                  <a:cubicBezTo>
                    <a:pt x="780" y="2079"/>
                    <a:pt x="780" y="2079"/>
                    <a:pt x="780" y="2079"/>
                  </a:cubicBezTo>
                  <a:cubicBezTo>
                    <a:pt x="882" y="1925"/>
                    <a:pt x="882" y="1925"/>
                    <a:pt x="882" y="1925"/>
                  </a:cubicBezTo>
                  <a:cubicBezTo>
                    <a:pt x="923" y="1933"/>
                    <a:pt x="964" y="1938"/>
                    <a:pt x="1005" y="1941"/>
                  </a:cubicBezTo>
                  <a:cubicBezTo>
                    <a:pt x="1064" y="2116"/>
                    <a:pt x="1064" y="2116"/>
                    <a:pt x="1064" y="2116"/>
                  </a:cubicBezTo>
                  <a:cubicBezTo>
                    <a:pt x="1199" y="2107"/>
                    <a:pt x="1199" y="2107"/>
                    <a:pt x="1199" y="2107"/>
                  </a:cubicBezTo>
                  <a:cubicBezTo>
                    <a:pt x="1233" y="1925"/>
                    <a:pt x="1233" y="1925"/>
                    <a:pt x="1233" y="1925"/>
                  </a:cubicBezTo>
                  <a:cubicBezTo>
                    <a:pt x="1269" y="1918"/>
                    <a:pt x="1306" y="1908"/>
                    <a:pt x="1342" y="1896"/>
                  </a:cubicBezTo>
                  <a:cubicBezTo>
                    <a:pt x="1464" y="2038"/>
                    <a:pt x="1464" y="2038"/>
                    <a:pt x="1464" y="2038"/>
                  </a:cubicBezTo>
                  <a:cubicBezTo>
                    <a:pt x="1584" y="1979"/>
                    <a:pt x="1584" y="1979"/>
                    <a:pt x="1584" y="1979"/>
                  </a:cubicBezTo>
                  <a:cubicBezTo>
                    <a:pt x="1546" y="1795"/>
                    <a:pt x="1546" y="1795"/>
                    <a:pt x="1546" y="1795"/>
                  </a:cubicBezTo>
                  <a:cubicBezTo>
                    <a:pt x="1581" y="1772"/>
                    <a:pt x="1614" y="1747"/>
                    <a:pt x="1645" y="1719"/>
                  </a:cubicBezTo>
                  <a:cubicBezTo>
                    <a:pt x="1811" y="1802"/>
                    <a:pt x="1811" y="1802"/>
                    <a:pt x="1811" y="1802"/>
                  </a:cubicBezTo>
                  <a:cubicBezTo>
                    <a:pt x="1899" y="1700"/>
                    <a:pt x="1899" y="1700"/>
                    <a:pt x="1899" y="1700"/>
                  </a:cubicBezTo>
                  <a:cubicBezTo>
                    <a:pt x="1795" y="1547"/>
                    <a:pt x="1795" y="1547"/>
                    <a:pt x="1795" y="1547"/>
                  </a:cubicBezTo>
                  <a:cubicBezTo>
                    <a:pt x="1816" y="1516"/>
                    <a:pt x="1834" y="1483"/>
                    <a:pt x="1851" y="1450"/>
                  </a:cubicBezTo>
                  <a:cubicBezTo>
                    <a:pt x="2036" y="1463"/>
                    <a:pt x="2036" y="1463"/>
                    <a:pt x="2036" y="1463"/>
                  </a:cubicBezTo>
                  <a:cubicBezTo>
                    <a:pt x="2079" y="1336"/>
                    <a:pt x="2079" y="1336"/>
                    <a:pt x="2079" y="1336"/>
                  </a:cubicBezTo>
                  <a:cubicBezTo>
                    <a:pt x="1925" y="1234"/>
                    <a:pt x="1925" y="1234"/>
                    <a:pt x="1925" y="1234"/>
                  </a:cubicBezTo>
                  <a:cubicBezTo>
                    <a:pt x="1933" y="1193"/>
                    <a:pt x="1938" y="1152"/>
                    <a:pt x="1941" y="1111"/>
                  </a:cubicBezTo>
                  <a:close/>
                  <a:moveTo>
                    <a:pt x="1358" y="1669"/>
                  </a:moveTo>
                  <a:cubicBezTo>
                    <a:pt x="1020" y="1834"/>
                    <a:pt x="613" y="1695"/>
                    <a:pt x="447" y="1357"/>
                  </a:cubicBezTo>
                  <a:cubicBezTo>
                    <a:pt x="282" y="1020"/>
                    <a:pt x="421" y="613"/>
                    <a:pt x="759" y="447"/>
                  </a:cubicBezTo>
                  <a:cubicBezTo>
                    <a:pt x="1096" y="282"/>
                    <a:pt x="1504" y="421"/>
                    <a:pt x="1669" y="759"/>
                  </a:cubicBezTo>
                  <a:cubicBezTo>
                    <a:pt x="1834" y="1096"/>
                    <a:pt x="1695" y="1503"/>
                    <a:pt x="1358" y="1669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Freeform 248"/>
            <p:cNvSpPr>
              <a:spLocks noEditPoints="1"/>
            </p:cNvSpPr>
            <p:nvPr/>
          </p:nvSpPr>
          <p:spPr bwMode="auto">
            <a:xfrm>
              <a:off x="10353815" y="4136875"/>
              <a:ext cx="722313" cy="725487"/>
            </a:xfrm>
            <a:custGeom>
              <a:avLst/>
              <a:gdLst>
                <a:gd name="T0" fmla="*/ 287 w 574"/>
                <a:gd name="T1" fmla="*/ 575 h 575"/>
                <a:gd name="T2" fmla="*/ 0 w 574"/>
                <a:gd name="T3" fmla="*/ 287 h 575"/>
                <a:gd name="T4" fmla="*/ 287 w 574"/>
                <a:gd name="T5" fmla="*/ 0 h 575"/>
                <a:gd name="T6" fmla="*/ 574 w 574"/>
                <a:gd name="T7" fmla="*/ 287 h 575"/>
                <a:gd name="T8" fmla="*/ 287 w 574"/>
                <a:gd name="T9" fmla="*/ 575 h 575"/>
                <a:gd name="T10" fmla="*/ 287 w 574"/>
                <a:gd name="T11" fmla="*/ 160 h 575"/>
                <a:gd name="T12" fmla="*/ 160 w 574"/>
                <a:gd name="T13" fmla="*/ 287 h 575"/>
                <a:gd name="T14" fmla="*/ 287 w 574"/>
                <a:gd name="T15" fmla="*/ 415 h 575"/>
                <a:gd name="T16" fmla="*/ 414 w 574"/>
                <a:gd name="T17" fmla="*/ 287 h 575"/>
                <a:gd name="T18" fmla="*/ 287 w 574"/>
                <a:gd name="T19" fmla="*/ 16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4" h="575">
                  <a:moveTo>
                    <a:pt x="287" y="575"/>
                  </a:moveTo>
                  <a:cubicBezTo>
                    <a:pt x="129" y="575"/>
                    <a:pt x="0" y="446"/>
                    <a:pt x="0" y="287"/>
                  </a:cubicBezTo>
                  <a:cubicBezTo>
                    <a:pt x="0" y="129"/>
                    <a:pt x="129" y="0"/>
                    <a:pt x="287" y="0"/>
                  </a:cubicBezTo>
                  <a:cubicBezTo>
                    <a:pt x="446" y="0"/>
                    <a:pt x="574" y="129"/>
                    <a:pt x="574" y="287"/>
                  </a:cubicBezTo>
                  <a:cubicBezTo>
                    <a:pt x="574" y="446"/>
                    <a:pt x="446" y="575"/>
                    <a:pt x="287" y="575"/>
                  </a:cubicBezTo>
                  <a:close/>
                  <a:moveTo>
                    <a:pt x="287" y="160"/>
                  </a:moveTo>
                  <a:cubicBezTo>
                    <a:pt x="217" y="160"/>
                    <a:pt x="160" y="217"/>
                    <a:pt x="160" y="287"/>
                  </a:cubicBezTo>
                  <a:cubicBezTo>
                    <a:pt x="160" y="358"/>
                    <a:pt x="217" y="415"/>
                    <a:pt x="287" y="415"/>
                  </a:cubicBezTo>
                  <a:cubicBezTo>
                    <a:pt x="357" y="415"/>
                    <a:pt x="414" y="358"/>
                    <a:pt x="414" y="287"/>
                  </a:cubicBezTo>
                  <a:cubicBezTo>
                    <a:pt x="414" y="217"/>
                    <a:pt x="357" y="160"/>
                    <a:pt x="287" y="16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13"/>
          <p:cNvGrpSpPr/>
          <p:nvPr/>
        </p:nvGrpSpPr>
        <p:grpSpPr>
          <a:xfrm>
            <a:off x="8576895" y="1202963"/>
            <a:ext cx="1682524" cy="1682749"/>
            <a:chOff x="9418777" y="1417488"/>
            <a:chExt cx="1682750" cy="1682750"/>
          </a:xfrm>
          <a:noFill/>
        </p:grpSpPr>
        <p:sp>
          <p:nvSpPr>
            <p:cNvPr id="48" name="Freeform 241"/>
            <p:cNvSpPr>
              <a:spLocks noEditPoints="1"/>
            </p:cNvSpPr>
            <p:nvPr/>
          </p:nvSpPr>
          <p:spPr bwMode="auto">
            <a:xfrm>
              <a:off x="9418777" y="1417488"/>
              <a:ext cx="1682750" cy="1682750"/>
            </a:xfrm>
            <a:custGeom>
              <a:avLst/>
              <a:gdLst>
                <a:gd name="T0" fmla="*/ 1335 w 1335"/>
                <a:gd name="T1" fmla="*/ 699 h 1335"/>
                <a:gd name="T2" fmla="*/ 1220 w 1335"/>
                <a:gd name="T3" fmla="*/ 586 h 1335"/>
                <a:gd name="T4" fmla="*/ 1300 w 1335"/>
                <a:gd name="T5" fmla="*/ 445 h 1335"/>
                <a:gd name="T6" fmla="*/ 1145 w 1335"/>
                <a:gd name="T7" fmla="*/ 378 h 1335"/>
                <a:gd name="T8" fmla="*/ 1162 w 1335"/>
                <a:gd name="T9" fmla="*/ 218 h 1335"/>
                <a:gd name="T10" fmla="*/ 1001 w 1335"/>
                <a:gd name="T11" fmla="*/ 219 h 1335"/>
                <a:gd name="T12" fmla="*/ 956 w 1335"/>
                <a:gd name="T13" fmla="*/ 65 h 1335"/>
                <a:gd name="T14" fmla="*/ 801 w 1335"/>
                <a:gd name="T15" fmla="*/ 125 h 1335"/>
                <a:gd name="T16" fmla="*/ 699 w 1335"/>
                <a:gd name="T17" fmla="*/ 0 h 1335"/>
                <a:gd name="T18" fmla="*/ 586 w 1335"/>
                <a:gd name="T19" fmla="*/ 115 h 1335"/>
                <a:gd name="T20" fmla="*/ 445 w 1335"/>
                <a:gd name="T21" fmla="*/ 35 h 1335"/>
                <a:gd name="T22" fmla="*/ 378 w 1335"/>
                <a:gd name="T23" fmla="*/ 190 h 1335"/>
                <a:gd name="T24" fmla="*/ 218 w 1335"/>
                <a:gd name="T25" fmla="*/ 173 h 1335"/>
                <a:gd name="T26" fmla="*/ 220 w 1335"/>
                <a:gd name="T27" fmla="*/ 334 h 1335"/>
                <a:gd name="T28" fmla="*/ 65 w 1335"/>
                <a:gd name="T29" fmla="*/ 379 h 1335"/>
                <a:gd name="T30" fmla="*/ 125 w 1335"/>
                <a:gd name="T31" fmla="*/ 535 h 1335"/>
                <a:gd name="T32" fmla="*/ 0 w 1335"/>
                <a:gd name="T33" fmla="*/ 636 h 1335"/>
                <a:gd name="T34" fmla="*/ 115 w 1335"/>
                <a:gd name="T35" fmla="*/ 749 h 1335"/>
                <a:gd name="T36" fmla="*/ 35 w 1335"/>
                <a:gd name="T37" fmla="*/ 890 h 1335"/>
                <a:gd name="T38" fmla="*/ 190 w 1335"/>
                <a:gd name="T39" fmla="*/ 957 h 1335"/>
                <a:gd name="T40" fmla="*/ 173 w 1335"/>
                <a:gd name="T41" fmla="*/ 1117 h 1335"/>
                <a:gd name="T42" fmla="*/ 334 w 1335"/>
                <a:gd name="T43" fmla="*/ 1116 h 1335"/>
                <a:gd name="T44" fmla="*/ 379 w 1335"/>
                <a:gd name="T45" fmla="*/ 1270 h 1335"/>
                <a:gd name="T46" fmla="*/ 535 w 1335"/>
                <a:gd name="T47" fmla="*/ 1210 h 1335"/>
                <a:gd name="T48" fmla="*/ 636 w 1335"/>
                <a:gd name="T49" fmla="*/ 1335 h 1335"/>
                <a:gd name="T50" fmla="*/ 749 w 1335"/>
                <a:gd name="T51" fmla="*/ 1220 h 1335"/>
                <a:gd name="T52" fmla="*/ 890 w 1335"/>
                <a:gd name="T53" fmla="*/ 1299 h 1335"/>
                <a:gd name="T54" fmla="*/ 957 w 1335"/>
                <a:gd name="T55" fmla="*/ 1145 h 1335"/>
                <a:gd name="T56" fmla="*/ 1117 w 1335"/>
                <a:gd name="T57" fmla="*/ 1162 h 1335"/>
                <a:gd name="T58" fmla="*/ 1116 w 1335"/>
                <a:gd name="T59" fmla="*/ 1001 h 1335"/>
                <a:gd name="T60" fmla="*/ 1271 w 1335"/>
                <a:gd name="T61" fmla="*/ 956 h 1335"/>
                <a:gd name="T62" fmla="*/ 1210 w 1335"/>
                <a:gd name="T63" fmla="*/ 801 h 1335"/>
                <a:gd name="T64" fmla="*/ 776 w 1335"/>
                <a:gd name="T65" fmla="*/ 1050 h 1335"/>
                <a:gd name="T66" fmla="*/ 560 w 1335"/>
                <a:gd name="T67" fmla="*/ 286 h 1335"/>
                <a:gd name="T68" fmla="*/ 776 w 1335"/>
                <a:gd name="T69" fmla="*/ 1050 h 1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35" h="1335">
                  <a:moveTo>
                    <a:pt x="1326" y="784"/>
                  </a:moveTo>
                  <a:cubicBezTo>
                    <a:pt x="1335" y="699"/>
                    <a:pt x="1335" y="699"/>
                    <a:pt x="1335" y="699"/>
                  </a:cubicBezTo>
                  <a:cubicBezTo>
                    <a:pt x="1226" y="658"/>
                    <a:pt x="1226" y="658"/>
                    <a:pt x="1226" y="658"/>
                  </a:cubicBezTo>
                  <a:cubicBezTo>
                    <a:pt x="1226" y="634"/>
                    <a:pt x="1224" y="610"/>
                    <a:pt x="1220" y="586"/>
                  </a:cubicBezTo>
                  <a:cubicBezTo>
                    <a:pt x="1323" y="527"/>
                    <a:pt x="1323" y="527"/>
                    <a:pt x="1323" y="527"/>
                  </a:cubicBezTo>
                  <a:cubicBezTo>
                    <a:pt x="1300" y="445"/>
                    <a:pt x="1300" y="445"/>
                    <a:pt x="1300" y="445"/>
                  </a:cubicBezTo>
                  <a:cubicBezTo>
                    <a:pt x="1181" y="448"/>
                    <a:pt x="1181" y="448"/>
                    <a:pt x="1181" y="448"/>
                  </a:cubicBezTo>
                  <a:cubicBezTo>
                    <a:pt x="1171" y="424"/>
                    <a:pt x="1159" y="400"/>
                    <a:pt x="1145" y="378"/>
                  </a:cubicBezTo>
                  <a:cubicBezTo>
                    <a:pt x="1215" y="284"/>
                    <a:pt x="1215" y="284"/>
                    <a:pt x="1215" y="284"/>
                  </a:cubicBezTo>
                  <a:cubicBezTo>
                    <a:pt x="1162" y="218"/>
                    <a:pt x="1162" y="218"/>
                    <a:pt x="1162" y="218"/>
                  </a:cubicBezTo>
                  <a:cubicBezTo>
                    <a:pt x="1055" y="266"/>
                    <a:pt x="1055" y="266"/>
                    <a:pt x="1055" y="266"/>
                  </a:cubicBezTo>
                  <a:cubicBezTo>
                    <a:pt x="1038" y="249"/>
                    <a:pt x="1020" y="234"/>
                    <a:pt x="1001" y="219"/>
                  </a:cubicBezTo>
                  <a:cubicBezTo>
                    <a:pt x="1031" y="106"/>
                    <a:pt x="1031" y="106"/>
                    <a:pt x="1031" y="106"/>
                  </a:cubicBezTo>
                  <a:cubicBezTo>
                    <a:pt x="956" y="65"/>
                    <a:pt x="956" y="65"/>
                    <a:pt x="956" y="65"/>
                  </a:cubicBezTo>
                  <a:cubicBezTo>
                    <a:pt x="875" y="149"/>
                    <a:pt x="875" y="149"/>
                    <a:pt x="875" y="149"/>
                  </a:cubicBezTo>
                  <a:cubicBezTo>
                    <a:pt x="851" y="139"/>
                    <a:pt x="826" y="131"/>
                    <a:pt x="801" y="125"/>
                  </a:cubicBezTo>
                  <a:cubicBezTo>
                    <a:pt x="784" y="9"/>
                    <a:pt x="784" y="9"/>
                    <a:pt x="784" y="9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658" y="109"/>
                    <a:pt x="658" y="109"/>
                    <a:pt x="658" y="109"/>
                  </a:cubicBezTo>
                  <a:cubicBezTo>
                    <a:pt x="634" y="109"/>
                    <a:pt x="610" y="111"/>
                    <a:pt x="586" y="115"/>
                  </a:cubicBezTo>
                  <a:cubicBezTo>
                    <a:pt x="527" y="12"/>
                    <a:pt x="527" y="12"/>
                    <a:pt x="527" y="12"/>
                  </a:cubicBezTo>
                  <a:cubicBezTo>
                    <a:pt x="445" y="35"/>
                    <a:pt x="445" y="35"/>
                    <a:pt x="445" y="35"/>
                  </a:cubicBezTo>
                  <a:cubicBezTo>
                    <a:pt x="448" y="154"/>
                    <a:pt x="448" y="154"/>
                    <a:pt x="448" y="154"/>
                  </a:cubicBezTo>
                  <a:cubicBezTo>
                    <a:pt x="424" y="164"/>
                    <a:pt x="400" y="176"/>
                    <a:pt x="378" y="190"/>
                  </a:cubicBezTo>
                  <a:cubicBezTo>
                    <a:pt x="284" y="120"/>
                    <a:pt x="284" y="120"/>
                    <a:pt x="284" y="120"/>
                  </a:cubicBezTo>
                  <a:cubicBezTo>
                    <a:pt x="218" y="173"/>
                    <a:pt x="218" y="173"/>
                    <a:pt x="218" y="173"/>
                  </a:cubicBezTo>
                  <a:cubicBezTo>
                    <a:pt x="266" y="280"/>
                    <a:pt x="266" y="280"/>
                    <a:pt x="266" y="280"/>
                  </a:cubicBezTo>
                  <a:cubicBezTo>
                    <a:pt x="249" y="297"/>
                    <a:pt x="234" y="315"/>
                    <a:pt x="220" y="334"/>
                  </a:cubicBezTo>
                  <a:cubicBezTo>
                    <a:pt x="106" y="305"/>
                    <a:pt x="106" y="305"/>
                    <a:pt x="106" y="305"/>
                  </a:cubicBezTo>
                  <a:cubicBezTo>
                    <a:pt x="65" y="379"/>
                    <a:pt x="65" y="379"/>
                    <a:pt x="65" y="379"/>
                  </a:cubicBezTo>
                  <a:cubicBezTo>
                    <a:pt x="149" y="460"/>
                    <a:pt x="149" y="460"/>
                    <a:pt x="149" y="460"/>
                  </a:cubicBezTo>
                  <a:cubicBezTo>
                    <a:pt x="139" y="484"/>
                    <a:pt x="131" y="509"/>
                    <a:pt x="125" y="535"/>
                  </a:cubicBezTo>
                  <a:cubicBezTo>
                    <a:pt x="9" y="551"/>
                    <a:pt x="9" y="551"/>
                    <a:pt x="9" y="551"/>
                  </a:cubicBezTo>
                  <a:cubicBezTo>
                    <a:pt x="0" y="636"/>
                    <a:pt x="0" y="636"/>
                    <a:pt x="0" y="636"/>
                  </a:cubicBezTo>
                  <a:cubicBezTo>
                    <a:pt x="109" y="678"/>
                    <a:pt x="109" y="678"/>
                    <a:pt x="109" y="678"/>
                  </a:cubicBezTo>
                  <a:cubicBezTo>
                    <a:pt x="110" y="701"/>
                    <a:pt x="111" y="725"/>
                    <a:pt x="115" y="749"/>
                  </a:cubicBezTo>
                  <a:cubicBezTo>
                    <a:pt x="12" y="809"/>
                    <a:pt x="12" y="809"/>
                    <a:pt x="12" y="809"/>
                  </a:cubicBezTo>
                  <a:cubicBezTo>
                    <a:pt x="35" y="890"/>
                    <a:pt x="35" y="890"/>
                    <a:pt x="35" y="890"/>
                  </a:cubicBezTo>
                  <a:cubicBezTo>
                    <a:pt x="154" y="887"/>
                    <a:pt x="154" y="887"/>
                    <a:pt x="154" y="887"/>
                  </a:cubicBezTo>
                  <a:cubicBezTo>
                    <a:pt x="164" y="912"/>
                    <a:pt x="177" y="935"/>
                    <a:pt x="190" y="957"/>
                  </a:cubicBezTo>
                  <a:cubicBezTo>
                    <a:pt x="120" y="1051"/>
                    <a:pt x="120" y="1051"/>
                    <a:pt x="120" y="1051"/>
                  </a:cubicBezTo>
                  <a:cubicBezTo>
                    <a:pt x="173" y="1117"/>
                    <a:pt x="173" y="1117"/>
                    <a:pt x="173" y="1117"/>
                  </a:cubicBezTo>
                  <a:cubicBezTo>
                    <a:pt x="280" y="1070"/>
                    <a:pt x="280" y="1070"/>
                    <a:pt x="280" y="1070"/>
                  </a:cubicBezTo>
                  <a:cubicBezTo>
                    <a:pt x="297" y="1086"/>
                    <a:pt x="315" y="1102"/>
                    <a:pt x="334" y="1116"/>
                  </a:cubicBezTo>
                  <a:cubicBezTo>
                    <a:pt x="305" y="1229"/>
                    <a:pt x="305" y="1229"/>
                    <a:pt x="305" y="1229"/>
                  </a:cubicBezTo>
                  <a:cubicBezTo>
                    <a:pt x="379" y="1270"/>
                    <a:pt x="379" y="1270"/>
                    <a:pt x="379" y="1270"/>
                  </a:cubicBezTo>
                  <a:cubicBezTo>
                    <a:pt x="460" y="1186"/>
                    <a:pt x="460" y="1186"/>
                    <a:pt x="460" y="1186"/>
                  </a:cubicBezTo>
                  <a:cubicBezTo>
                    <a:pt x="484" y="1196"/>
                    <a:pt x="509" y="1204"/>
                    <a:pt x="535" y="1210"/>
                  </a:cubicBezTo>
                  <a:cubicBezTo>
                    <a:pt x="551" y="1326"/>
                    <a:pt x="551" y="1326"/>
                    <a:pt x="551" y="1326"/>
                  </a:cubicBezTo>
                  <a:cubicBezTo>
                    <a:pt x="636" y="1335"/>
                    <a:pt x="636" y="1335"/>
                    <a:pt x="636" y="1335"/>
                  </a:cubicBezTo>
                  <a:cubicBezTo>
                    <a:pt x="678" y="1226"/>
                    <a:pt x="678" y="1226"/>
                    <a:pt x="678" y="1226"/>
                  </a:cubicBezTo>
                  <a:cubicBezTo>
                    <a:pt x="701" y="1226"/>
                    <a:pt x="725" y="1224"/>
                    <a:pt x="749" y="1220"/>
                  </a:cubicBezTo>
                  <a:cubicBezTo>
                    <a:pt x="808" y="1323"/>
                    <a:pt x="808" y="1323"/>
                    <a:pt x="808" y="1323"/>
                  </a:cubicBezTo>
                  <a:cubicBezTo>
                    <a:pt x="890" y="1299"/>
                    <a:pt x="890" y="1299"/>
                    <a:pt x="890" y="1299"/>
                  </a:cubicBezTo>
                  <a:cubicBezTo>
                    <a:pt x="887" y="1181"/>
                    <a:pt x="887" y="1181"/>
                    <a:pt x="887" y="1181"/>
                  </a:cubicBezTo>
                  <a:cubicBezTo>
                    <a:pt x="912" y="1171"/>
                    <a:pt x="935" y="1159"/>
                    <a:pt x="957" y="1145"/>
                  </a:cubicBezTo>
                  <a:cubicBezTo>
                    <a:pt x="1051" y="1215"/>
                    <a:pt x="1051" y="1215"/>
                    <a:pt x="1051" y="1215"/>
                  </a:cubicBezTo>
                  <a:cubicBezTo>
                    <a:pt x="1117" y="1162"/>
                    <a:pt x="1117" y="1162"/>
                    <a:pt x="1117" y="1162"/>
                  </a:cubicBezTo>
                  <a:cubicBezTo>
                    <a:pt x="1070" y="1055"/>
                    <a:pt x="1070" y="1055"/>
                    <a:pt x="1070" y="1055"/>
                  </a:cubicBezTo>
                  <a:cubicBezTo>
                    <a:pt x="1086" y="1038"/>
                    <a:pt x="1102" y="1020"/>
                    <a:pt x="1116" y="1001"/>
                  </a:cubicBezTo>
                  <a:cubicBezTo>
                    <a:pt x="1229" y="1031"/>
                    <a:pt x="1229" y="1031"/>
                    <a:pt x="1229" y="1031"/>
                  </a:cubicBezTo>
                  <a:cubicBezTo>
                    <a:pt x="1271" y="956"/>
                    <a:pt x="1271" y="956"/>
                    <a:pt x="1271" y="956"/>
                  </a:cubicBezTo>
                  <a:cubicBezTo>
                    <a:pt x="1186" y="875"/>
                    <a:pt x="1186" y="875"/>
                    <a:pt x="1186" y="875"/>
                  </a:cubicBezTo>
                  <a:cubicBezTo>
                    <a:pt x="1196" y="851"/>
                    <a:pt x="1204" y="826"/>
                    <a:pt x="1210" y="801"/>
                  </a:cubicBezTo>
                  <a:lnTo>
                    <a:pt x="1326" y="784"/>
                  </a:lnTo>
                  <a:close/>
                  <a:moveTo>
                    <a:pt x="776" y="1050"/>
                  </a:moveTo>
                  <a:cubicBezTo>
                    <a:pt x="565" y="1109"/>
                    <a:pt x="345" y="986"/>
                    <a:pt x="286" y="775"/>
                  </a:cubicBezTo>
                  <a:cubicBezTo>
                    <a:pt x="226" y="564"/>
                    <a:pt x="349" y="345"/>
                    <a:pt x="560" y="286"/>
                  </a:cubicBezTo>
                  <a:cubicBezTo>
                    <a:pt x="771" y="226"/>
                    <a:pt x="990" y="349"/>
                    <a:pt x="1050" y="560"/>
                  </a:cubicBezTo>
                  <a:cubicBezTo>
                    <a:pt x="1109" y="771"/>
                    <a:pt x="987" y="990"/>
                    <a:pt x="776" y="105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" name="Freeform 249"/>
            <p:cNvSpPr>
              <a:spLocks noEditPoints="1"/>
            </p:cNvSpPr>
            <p:nvPr/>
          </p:nvSpPr>
          <p:spPr bwMode="auto">
            <a:xfrm>
              <a:off x="10033140" y="2033437"/>
              <a:ext cx="457200" cy="457200"/>
            </a:xfrm>
            <a:custGeom>
              <a:avLst/>
              <a:gdLst>
                <a:gd name="T0" fmla="*/ 181 w 363"/>
                <a:gd name="T1" fmla="*/ 363 h 363"/>
                <a:gd name="T2" fmla="*/ 0 w 363"/>
                <a:gd name="T3" fmla="*/ 181 h 363"/>
                <a:gd name="T4" fmla="*/ 181 w 363"/>
                <a:gd name="T5" fmla="*/ 0 h 363"/>
                <a:gd name="T6" fmla="*/ 363 w 363"/>
                <a:gd name="T7" fmla="*/ 181 h 363"/>
                <a:gd name="T8" fmla="*/ 181 w 363"/>
                <a:gd name="T9" fmla="*/ 363 h 363"/>
                <a:gd name="T10" fmla="*/ 181 w 363"/>
                <a:gd name="T11" fmla="*/ 120 h 363"/>
                <a:gd name="T12" fmla="*/ 120 w 363"/>
                <a:gd name="T13" fmla="*/ 181 h 363"/>
                <a:gd name="T14" fmla="*/ 181 w 363"/>
                <a:gd name="T15" fmla="*/ 243 h 363"/>
                <a:gd name="T16" fmla="*/ 243 w 363"/>
                <a:gd name="T17" fmla="*/ 181 h 363"/>
                <a:gd name="T18" fmla="*/ 181 w 363"/>
                <a:gd name="T19" fmla="*/ 12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3" h="363">
                  <a:moveTo>
                    <a:pt x="181" y="363"/>
                  </a:moveTo>
                  <a:cubicBezTo>
                    <a:pt x="81" y="363"/>
                    <a:pt x="0" y="282"/>
                    <a:pt x="0" y="181"/>
                  </a:cubicBezTo>
                  <a:cubicBezTo>
                    <a:pt x="0" y="81"/>
                    <a:pt x="81" y="0"/>
                    <a:pt x="181" y="0"/>
                  </a:cubicBezTo>
                  <a:cubicBezTo>
                    <a:pt x="281" y="0"/>
                    <a:pt x="363" y="81"/>
                    <a:pt x="363" y="181"/>
                  </a:cubicBezTo>
                  <a:cubicBezTo>
                    <a:pt x="363" y="282"/>
                    <a:pt x="281" y="363"/>
                    <a:pt x="181" y="363"/>
                  </a:cubicBezTo>
                  <a:close/>
                  <a:moveTo>
                    <a:pt x="181" y="120"/>
                  </a:moveTo>
                  <a:cubicBezTo>
                    <a:pt x="147" y="120"/>
                    <a:pt x="120" y="147"/>
                    <a:pt x="120" y="181"/>
                  </a:cubicBezTo>
                  <a:cubicBezTo>
                    <a:pt x="120" y="215"/>
                    <a:pt x="147" y="243"/>
                    <a:pt x="181" y="243"/>
                  </a:cubicBezTo>
                  <a:cubicBezTo>
                    <a:pt x="215" y="243"/>
                    <a:pt x="243" y="215"/>
                    <a:pt x="243" y="181"/>
                  </a:cubicBezTo>
                  <a:cubicBezTo>
                    <a:pt x="243" y="147"/>
                    <a:pt x="215" y="120"/>
                    <a:pt x="181" y="12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50" name="Group 16"/>
          <p:cNvGrpSpPr/>
          <p:nvPr/>
        </p:nvGrpSpPr>
        <p:grpSpPr>
          <a:xfrm>
            <a:off x="7424304" y="4567791"/>
            <a:ext cx="1430145" cy="1428749"/>
            <a:chOff x="8266030" y="4782316"/>
            <a:chExt cx="1430338" cy="1428750"/>
          </a:xfrm>
          <a:noFill/>
        </p:grpSpPr>
        <p:sp>
          <p:nvSpPr>
            <p:cNvPr id="51" name="Freeform 242"/>
            <p:cNvSpPr>
              <a:spLocks noEditPoints="1"/>
            </p:cNvSpPr>
            <p:nvPr/>
          </p:nvSpPr>
          <p:spPr bwMode="auto">
            <a:xfrm>
              <a:off x="8266030" y="4782316"/>
              <a:ext cx="1430338" cy="1428750"/>
            </a:xfrm>
            <a:custGeom>
              <a:avLst/>
              <a:gdLst>
                <a:gd name="T0" fmla="*/ 1013 w 1135"/>
                <a:gd name="T1" fmla="*/ 544 h 1134"/>
                <a:gd name="T2" fmla="*/ 1135 w 1135"/>
                <a:gd name="T3" fmla="*/ 472 h 1134"/>
                <a:gd name="T4" fmla="*/ 1107 w 1135"/>
                <a:gd name="T5" fmla="*/ 367 h 1134"/>
                <a:gd name="T6" fmla="*/ 965 w 1135"/>
                <a:gd name="T7" fmla="*/ 366 h 1134"/>
                <a:gd name="T8" fmla="*/ 866 w 1135"/>
                <a:gd name="T9" fmla="*/ 237 h 1134"/>
                <a:gd name="T10" fmla="*/ 901 w 1135"/>
                <a:gd name="T11" fmla="*/ 99 h 1134"/>
                <a:gd name="T12" fmla="*/ 808 w 1135"/>
                <a:gd name="T13" fmla="*/ 45 h 1134"/>
                <a:gd name="T14" fmla="*/ 706 w 1135"/>
                <a:gd name="T15" fmla="*/ 144 h 1134"/>
                <a:gd name="T16" fmla="*/ 544 w 1135"/>
                <a:gd name="T17" fmla="*/ 123 h 1134"/>
                <a:gd name="T18" fmla="*/ 472 w 1135"/>
                <a:gd name="T19" fmla="*/ 0 h 1134"/>
                <a:gd name="T20" fmla="*/ 367 w 1135"/>
                <a:gd name="T21" fmla="*/ 28 h 1134"/>
                <a:gd name="T22" fmla="*/ 365 w 1135"/>
                <a:gd name="T23" fmla="*/ 170 h 1134"/>
                <a:gd name="T24" fmla="*/ 237 w 1135"/>
                <a:gd name="T25" fmla="*/ 269 h 1134"/>
                <a:gd name="T26" fmla="*/ 99 w 1135"/>
                <a:gd name="T27" fmla="*/ 234 h 1134"/>
                <a:gd name="T28" fmla="*/ 45 w 1135"/>
                <a:gd name="T29" fmla="*/ 327 h 1134"/>
                <a:gd name="T30" fmla="*/ 144 w 1135"/>
                <a:gd name="T31" fmla="*/ 429 h 1134"/>
                <a:gd name="T32" fmla="*/ 123 w 1135"/>
                <a:gd name="T33" fmla="*/ 590 h 1134"/>
                <a:gd name="T34" fmla="*/ 0 w 1135"/>
                <a:gd name="T35" fmla="*/ 663 h 1134"/>
                <a:gd name="T36" fmla="*/ 28 w 1135"/>
                <a:gd name="T37" fmla="*/ 767 h 1134"/>
                <a:gd name="T38" fmla="*/ 171 w 1135"/>
                <a:gd name="T39" fmla="*/ 769 h 1134"/>
                <a:gd name="T40" fmla="*/ 269 w 1135"/>
                <a:gd name="T41" fmla="*/ 898 h 1134"/>
                <a:gd name="T42" fmla="*/ 234 w 1135"/>
                <a:gd name="T43" fmla="*/ 1036 h 1134"/>
                <a:gd name="T44" fmla="*/ 328 w 1135"/>
                <a:gd name="T45" fmla="*/ 1090 h 1134"/>
                <a:gd name="T46" fmla="*/ 429 w 1135"/>
                <a:gd name="T47" fmla="*/ 991 h 1134"/>
                <a:gd name="T48" fmla="*/ 591 w 1135"/>
                <a:gd name="T49" fmla="*/ 1012 h 1134"/>
                <a:gd name="T50" fmla="*/ 664 w 1135"/>
                <a:gd name="T51" fmla="*/ 1134 h 1134"/>
                <a:gd name="T52" fmla="*/ 768 w 1135"/>
                <a:gd name="T53" fmla="*/ 1106 h 1134"/>
                <a:gd name="T54" fmla="*/ 770 w 1135"/>
                <a:gd name="T55" fmla="*/ 964 h 1134"/>
                <a:gd name="T56" fmla="*/ 899 w 1135"/>
                <a:gd name="T57" fmla="*/ 865 h 1134"/>
                <a:gd name="T58" fmla="*/ 1036 w 1135"/>
                <a:gd name="T59" fmla="*/ 900 h 1134"/>
                <a:gd name="T60" fmla="*/ 1090 w 1135"/>
                <a:gd name="T61" fmla="*/ 807 h 1134"/>
                <a:gd name="T62" fmla="*/ 992 w 1135"/>
                <a:gd name="T63" fmla="*/ 705 h 1134"/>
                <a:gd name="T64" fmla="*/ 1013 w 1135"/>
                <a:gd name="T65" fmla="*/ 544 h 1134"/>
                <a:gd name="T66" fmla="*/ 593 w 1135"/>
                <a:gd name="T67" fmla="*/ 879 h 1134"/>
                <a:gd name="T68" fmla="*/ 256 w 1135"/>
                <a:gd name="T69" fmla="*/ 593 h 1134"/>
                <a:gd name="T70" fmla="*/ 543 w 1135"/>
                <a:gd name="T71" fmla="*/ 256 h 1134"/>
                <a:gd name="T72" fmla="*/ 879 w 1135"/>
                <a:gd name="T73" fmla="*/ 542 h 1134"/>
                <a:gd name="T74" fmla="*/ 593 w 1135"/>
                <a:gd name="T75" fmla="*/ 87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35" h="1134">
                  <a:moveTo>
                    <a:pt x="1013" y="544"/>
                  </a:moveTo>
                  <a:cubicBezTo>
                    <a:pt x="1135" y="472"/>
                    <a:pt x="1135" y="472"/>
                    <a:pt x="1135" y="472"/>
                  </a:cubicBezTo>
                  <a:cubicBezTo>
                    <a:pt x="1107" y="367"/>
                    <a:pt x="1107" y="367"/>
                    <a:pt x="1107" y="367"/>
                  </a:cubicBezTo>
                  <a:cubicBezTo>
                    <a:pt x="965" y="366"/>
                    <a:pt x="965" y="366"/>
                    <a:pt x="965" y="366"/>
                  </a:cubicBezTo>
                  <a:cubicBezTo>
                    <a:pt x="940" y="317"/>
                    <a:pt x="906" y="273"/>
                    <a:pt x="866" y="237"/>
                  </a:cubicBezTo>
                  <a:cubicBezTo>
                    <a:pt x="901" y="99"/>
                    <a:pt x="901" y="99"/>
                    <a:pt x="901" y="99"/>
                  </a:cubicBezTo>
                  <a:cubicBezTo>
                    <a:pt x="808" y="45"/>
                    <a:pt x="808" y="45"/>
                    <a:pt x="808" y="45"/>
                  </a:cubicBezTo>
                  <a:cubicBezTo>
                    <a:pt x="706" y="144"/>
                    <a:pt x="706" y="144"/>
                    <a:pt x="706" y="144"/>
                  </a:cubicBezTo>
                  <a:cubicBezTo>
                    <a:pt x="655" y="127"/>
                    <a:pt x="601" y="120"/>
                    <a:pt x="544" y="123"/>
                  </a:cubicBezTo>
                  <a:cubicBezTo>
                    <a:pt x="472" y="0"/>
                    <a:pt x="472" y="0"/>
                    <a:pt x="472" y="0"/>
                  </a:cubicBezTo>
                  <a:cubicBezTo>
                    <a:pt x="367" y="28"/>
                    <a:pt x="367" y="28"/>
                    <a:pt x="367" y="28"/>
                  </a:cubicBezTo>
                  <a:cubicBezTo>
                    <a:pt x="365" y="170"/>
                    <a:pt x="365" y="170"/>
                    <a:pt x="365" y="170"/>
                  </a:cubicBezTo>
                  <a:cubicBezTo>
                    <a:pt x="317" y="195"/>
                    <a:pt x="273" y="229"/>
                    <a:pt x="237" y="269"/>
                  </a:cubicBezTo>
                  <a:cubicBezTo>
                    <a:pt x="99" y="234"/>
                    <a:pt x="99" y="234"/>
                    <a:pt x="99" y="234"/>
                  </a:cubicBezTo>
                  <a:cubicBezTo>
                    <a:pt x="45" y="327"/>
                    <a:pt x="45" y="327"/>
                    <a:pt x="45" y="327"/>
                  </a:cubicBezTo>
                  <a:cubicBezTo>
                    <a:pt x="144" y="429"/>
                    <a:pt x="144" y="429"/>
                    <a:pt x="144" y="429"/>
                  </a:cubicBezTo>
                  <a:cubicBezTo>
                    <a:pt x="128" y="480"/>
                    <a:pt x="120" y="534"/>
                    <a:pt x="123" y="590"/>
                  </a:cubicBezTo>
                  <a:cubicBezTo>
                    <a:pt x="0" y="663"/>
                    <a:pt x="0" y="663"/>
                    <a:pt x="0" y="663"/>
                  </a:cubicBezTo>
                  <a:cubicBezTo>
                    <a:pt x="28" y="767"/>
                    <a:pt x="28" y="767"/>
                    <a:pt x="28" y="767"/>
                  </a:cubicBezTo>
                  <a:cubicBezTo>
                    <a:pt x="171" y="769"/>
                    <a:pt x="171" y="769"/>
                    <a:pt x="171" y="769"/>
                  </a:cubicBezTo>
                  <a:cubicBezTo>
                    <a:pt x="195" y="818"/>
                    <a:pt x="229" y="862"/>
                    <a:pt x="269" y="898"/>
                  </a:cubicBezTo>
                  <a:cubicBezTo>
                    <a:pt x="234" y="1036"/>
                    <a:pt x="234" y="1036"/>
                    <a:pt x="234" y="1036"/>
                  </a:cubicBezTo>
                  <a:cubicBezTo>
                    <a:pt x="328" y="1090"/>
                    <a:pt x="328" y="1090"/>
                    <a:pt x="328" y="1090"/>
                  </a:cubicBezTo>
                  <a:cubicBezTo>
                    <a:pt x="429" y="991"/>
                    <a:pt x="429" y="991"/>
                    <a:pt x="429" y="991"/>
                  </a:cubicBezTo>
                  <a:cubicBezTo>
                    <a:pt x="480" y="1008"/>
                    <a:pt x="535" y="1015"/>
                    <a:pt x="591" y="1012"/>
                  </a:cubicBezTo>
                  <a:cubicBezTo>
                    <a:pt x="664" y="1134"/>
                    <a:pt x="664" y="1134"/>
                    <a:pt x="664" y="1134"/>
                  </a:cubicBezTo>
                  <a:cubicBezTo>
                    <a:pt x="768" y="1106"/>
                    <a:pt x="768" y="1106"/>
                    <a:pt x="768" y="1106"/>
                  </a:cubicBezTo>
                  <a:cubicBezTo>
                    <a:pt x="770" y="964"/>
                    <a:pt x="770" y="964"/>
                    <a:pt x="770" y="964"/>
                  </a:cubicBezTo>
                  <a:cubicBezTo>
                    <a:pt x="819" y="939"/>
                    <a:pt x="863" y="906"/>
                    <a:pt x="899" y="865"/>
                  </a:cubicBezTo>
                  <a:cubicBezTo>
                    <a:pt x="1036" y="900"/>
                    <a:pt x="1036" y="900"/>
                    <a:pt x="1036" y="900"/>
                  </a:cubicBezTo>
                  <a:cubicBezTo>
                    <a:pt x="1090" y="807"/>
                    <a:pt x="1090" y="807"/>
                    <a:pt x="1090" y="807"/>
                  </a:cubicBezTo>
                  <a:cubicBezTo>
                    <a:pt x="992" y="705"/>
                    <a:pt x="992" y="705"/>
                    <a:pt x="992" y="705"/>
                  </a:cubicBezTo>
                  <a:cubicBezTo>
                    <a:pt x="1008" y="654"/>
                    <a:pt x="1015" y="600"/>
                    <a:pt x="1013" y="544"/>
                  </a:cubicBezTo>
                  <a:close/>
                  <a:moveTo>
                    <a:pt x="593" y="879"/>
                  </a:moveTo>
                  <a:cubicBezTo>
                    <a:pt x="421" y="893"/>
                    <a:pt x="270" y="764"/>
                    <a:pt x="256" y="593"/>
                  </a:cubicBezTo>
                  <a:cubicBezTo>
                    <a:pt x="243" y="421"/>
                    <a:pt x="371" y="270"/>
                    <a:pt x="543" y="256"/>
                  </a:cubicBezTo>
                  <a:cubicBezTo>
                    <a:pt x="714" y="242"/>
                    <a:pt x="865" y="370"/>
                    <a:pt x="879" y="542"/>
                  </a:cubicBezTo>
                  <a:cubicBezTo>
                    <a:pt x="893" y="714"/>
                    <a:pt x="765" y="865"/>
                    <a:pt x="593" y="879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Freeform 250"/>
            <p:cNvSpPr>
              <a:spLocks noEditPoints="1"/>
            </p:cNvSpPr>
            <p:nvPr/>
          </p:nvSpPr>
          <p:spPr bwMode="auto">
            <a:xfrm>
              <a:off x="8764505" y="5282379"/>
              <a:ext cx="431800" cy="433387"/>
            </a:xfrm>
            <a:custGeom>
              <a:avLst/>
              <a:gdLst>
                <a:gd name="T0" fmla="*/ 171 w 343"/>
                <a:gd name="T1" fmla="*/ 343 h 343"/>
                <a:gd name="T2" fmla="*/ 0 w 343"/>
                <a:gd name="T3" fmla="*/ 171 h 343"/>
                <a:gd name="T4" fmla="*/ 171 w 343"/>
                <a:gd name="T5" fmla="*/ 0 h 343"/>
                <a:gd name="T6" fmla="*/ 343 w 343"/>
                <a:gd name="T7" fmla="*/ 171 h 343"/>
                <a:gd name="T8" fmla="*/ 171 w 343"/>
                <a:gd name="T9" fmla="*/ 343 h 343"/>
                <a:gd name="T10" fmla="*/ 171 w 343"/>
                <a:gd name="T11" fmla="*/ 100 h 343"/>
                <a:gd name="T12" fmla="*/ 100 w 343"/>
                <a:gd name="T13" fmla="*/ 171 h 343"/>
                <a:gd name="T14" fmla="*/ 171 w 343"/>
                <a:gd name="T15" fmla="*/ 243 h 343"/>
                <a:gd name="T16" fmla="*/ 243 w 343"/>
                <a:gd name="T17" fmla="*/ 171 h 343"/>
                <a:gd name="T18" fmla="*/ 171 w 343"/>
                <a:gd name="T19" fmla="*/ 100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3">
                  <a:moveTo>
                    <a:pt x="171" y="343"/>
                  </a:moveTo>
                  <a:cubicBezTo>
                    <a:pt x="77" y="343"/>
                    <a:pt x="0" y="266"/>
                    <a:pt x="0" y="171"/>
                  </a:cubicBezTo>
                  <a:cubicBezTo>
                    <a:pt x="0" y="77"/>
                    <a:pt x="77" y="0"/>
                    <a:pt x="171" y="0"/>
                  </a:cubicBezTo>
                  <a:cubicBezTo>
                    <a:pt x="266" y="0"/>
                    <a:pt x="343" y="77"/>
                    <a:pt x="343" y="171"/>
                  </a:cubicBezTo>
                  <a:cubicBezTo>
                    <a:pt x="343" y="266"/>
                    <a:pt x="266" y="343"/>
                    <a:pt x="171" y="343"/>
                  </a:cubicBezTo>
                  <a:close/>
                  <a:moveTo>
                    <a:pt x="171" y="100"/>
                  </a:moveTo>
                  <a:cubicBezTo>
                    <a:pt x="132" y="100"/>
                    <a:pt x="100" y="132"/>
                    <a:pt x="100" y="171"/>
                  </a:cubicBezTo>
                  <a:cubicBezTo>
                    <a:pt x="100" y="211"/>
                    <a:pt x="132" y="243"/>
                    <a:pt x="171" y="243"/>
                  </a:cubicBezTo>
                  <a:cubicBezTo>
                    <a:pt x="211" y="243"/>
                    <a:pt x="243" y="211"/>
                    <a:pt x="243" y="171"/>
                  </a:cubicBezTo>
                  <a:cubicBezTo>
                    <a:pt x="243" y="132"/>
                    <a:pt x="211" y="100"/>
                    <a:pt x="171" y="100"/>
                  </a:cubicBez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/>
            <a:lstStyle/>
            <a:p>
              <a:pPr>
                <a:defRPr/>
              </a:pPr>
              <a:endParaRPr lang="id-ID" sz="2400" dirty="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3" name="Text Placeholder 32"/>
          <p:cNvSpPr txBox="1"/>
          <p:nvPr/>
        </p:nvSpPr>
        <p:spPr bwMode="auto">
          <a:xfrm>
            <a:off x="897806" y="2365350"/>
            <a:ext cx="5107885" cy="73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 鼠标点击修改的地方</a:t>
            </a:r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 鼠标点击修改的地方</a:t>
            </a:r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Text Placeholder 33"/>
          <p:cNvSpPr txBox="1"/>
          <p:nvPr/>
        </p:nvSpPr>
        <p:spPr>
          <a:xfrm>
            <a:off x="944681" y="2270470"/>
            <a:ext cx="5222169" cy="274636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608965"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ea typeface="微软雅黑" panose="020B0503020204020204" pitchFamily="34" charset="-122"/>
              </a:rPr>
              <a:t>点击输入标题</a:t>
            </a:r>
            <a:endParaRPr lang="en-AU" altLang="zh-CN" sz="1600" b="1" dirty="0">
              <a:solidFill>
                <a:schemeClr val="bg1"/>
              </a:solidFill>
              <a:latin typeface="Roboto Condensed" panose="02000000000000000000" pitchFamily="2" charset="0"/>
              <a:ea typeface="Arial" panose="020B0604020202020204"/>
              <a:cs typeface="Arial" panose="020B0604020202020204"/>
            </a:endParaRPr>
          </a:p>
        </p:txBody>
      </p:sp>
      <p:sp>
        <p:nvSpPr>
          <p:cNvPr id="55" name="Text Placeholder 32"/>
          <p:cNvSpPr txBox="1"/>
          <p:nvPr/>
        </p:nvSpPr>
        <p:spPr bwMode="auto">
          <a:xfrm>
            <a:off x="1605735" y="3723742"/>
            <a:ext cx="172855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</a:t>
            </a:r>
            <a:endParaRPr lang="en-US" altLang="zh-CN" sz="1065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 Placeholder 33"/>
          <p:cNvSpPr txBox="1"/>
          <p:nvPr/>
        </p:nvSpPr>
        <p:spPr bwMode="auto">
          <a:xfrm>
            <a:off x="1605734" y="3490381"/>
            <a:ext cx="156347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608965">
              <a:defRPr/>
            </a:pPr>
            <a:r>
              <a:rPr lang="zh-CN" altLang="en-US" sz="1600" b="1" dirty="0">
                <a:solidFill>
                  <a:schemeClr val="bg1"/>
                </a:solidFill>
                <a:ea typeface="微软雅黑" panose="020B0503020204020204" pitchFamily="34" charset="-122"/>
              </a:rPr>
              <a:t>点击输入标题</a:t>
            </a:r>
            <a:endParaRPr lang="en-AU" altLang="zh-CN" sz="1600" b="1" dirty="0">
              <a:solidFill>
                <a:schemeClr val="bg1"/>
              </a:solidFill>
              <a:latin typeface="Roboto Condensed" panose="02000000000000000000" pitchFamily="2" charset="0"/>
              <a:ea typeface="Arial" panose="020B0604020202020204"/>
              <a:cs typeface="Arial" panose="020B0604020202020204"/>
            </a:endParaRPr>
          </a:p>
        </p:txBody>
      </p:sp>
      <p:sp>
        <p:nvSpPr>
          <p:cNvPr id="57" name="Text Placeholder 32"/>
          <p:cNvSpPr txBox="1"/>
          <p:nvPr/>
        </p:nvSpPr>
        <p:spPr bwMode="auto">
          <a:xfrm>
            <a:off x="1605736" y="4666718"/>
            <a:ext cx="1750777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</a:t>
            </a:r>
            <a:endParaRPr lang="en-US" altLang="zh-CN" sz="1065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58" name="Text Placeholder 33"/>
          <p:cNvSpPr txBox="1"/>
          <p:nvPr/>
        </p:nvSpPr>
        <p:spPr>
          <a:xfrm>
            <a:off x="1605734" y="4433355"/>
            <a:ext cx="1563477" cy="31908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8965"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ea typeface="微软雅黑" panose="020B0503020204020204" pitchFamily="34" charset="-122"/>
              </a:rPr>
              <a:t>点击输入标题</a:t>
            </a:r>
            <a:endParaRPr lang="en-AU" altLang="zh-CN" sz="1600" b="1" dirty="0">
              <a:solidFill>
                <a:schemeClr val="bg1"/>
              </a:solidFill>
              <a:latin typeface="Roboto Condensed" panose="02000000000000000000" pitchFamily="2" charset="0"/>
              <a:ea typeface="Arial" panose="020B0604020202020204"/>
              <a:cs typeface="Arial" panose="020B0604020202020204"/>
            </a:endParaRPr>
          </a:p>
        </p:txBody>
      </p:sp>
      <p:sp>
        <p:nvSpPr>
          <p:cNvPr id="59" name="Text Placeholder 32"/>
          <p:cNvSpPr txBox="1"/>
          <p:nvPr/>
        </p:nvSpPr>
        <p:spPr bwMode="auto">
          <a:xfrm>
            <a:off x="4354915" y="3723742"/>
            <a:ext cx="1765061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</a:t>
            </a:r>
            <a:endParaRPr lang="en-US" altLang="zh-CN" sz="1065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0" name="Text Placeholder 33"/>
          <p:cNvSpPr txBox="1"/>
          <p:nvPr/>
        </p:nvSpPr>
        <p:spPr bwMode="auto">
          <a:xfrm>
            <a:off x="4354912" y="3490381"/>
            <a:ext cx="156347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60833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defTabSz="608965">
              <a:defRPr/>
            </a:pPr>
            <a:r>
              <a:rPr lang="zh-CN" altLang="en-US" sz="1600" b="1" dirty="0">
                <a:solidFill>
                  <a:schemeClr val="bg1"/>
                </a:solidFill>
                <a:ea typeface="微软雅黑" panose="020B0503020204020204" pitchFamily="34" charset="-122"/>
              </a:rPr>
              <a:t>点击输入标题</a:t>
            </a:r>
            <a:endParaRPr lang="en-AU" altLang="zh-CN" sz="1600" b="1" dirty="0">
              <a:solidFill>
                <a:schemeClr val="bg1"/>
              </a:solidFill>
              <a:latin typeface="Roboto Condensed" panose="02000000000000000000" pitchFamily="2" charset="0"/>
              <a:ea typeface="Arial" panose="020B0604020202020204"/>
              <a:cs typeface="Arial" panose="020B0604020202020204"/>
            </a:endParaRPr>
          </a:p>
        </p:txBody>
      </p:sp>
      <p:sp>
        <p:nvSpPr>
          <p:cNvPr id="61" name="Text Placeholder 32"/>
          <p:cNvSpPr txBox="1"/>
          <p:nvPr/>
        </p:nvSpPr>
        <p:spPr bwMode="auto">
          <a:xfrm>
            <a:off x="4354915" y="4666718"/>
            <a:ext cx="1765061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zh-CN" sz="10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所有文字都可以随意更改成您的文字内容</a:t>
            </a:r>
            <a:endParaRPr lang="en-US" altLang="zh-CN" sz="1065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2" name="Text Placeholder 33"/>
          <p:cNvSpPr txBox="1"/>
          <p:nvPr/>
        </p:nvSpPr>
        <p:spPr>
          <a:xfrm>
            <a:off x="4354912" y="4433355"/>
            <a:ext cx="1563477" cy="31908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08965">
              <a:buNone/>
              <a:defRPr/>
            </a:pPr>
            <a:r>
              <a:rPr lang="zh-CN" altLang="en-US" sz="1600" b="1" dirty="0">
                <a:solidFill>
                  <a:schemeClr val="bg1"/>
                </a:solidFill>
                <a:ea typeface="微软雅黑" panose="020B0503020204020204" pitchFamily="34" charset="-122"/>
              </a:rPr>
              <a:t>点击输入标题</a:t>
            </a:r>
            <a:endParaRPr lang="en-AU" altLang="zh-CN" sz="1600" b="1" dirty="0">
              <a:solidFill>
                <a:schemeClr val="bg1"/>
              </a:solidFill>
              <a:latin typeface="Roboto Condensed" panose="02000000000000000000" pitchFamily="2" charset="0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3" name="Group 19"/>
          <p:cNvGrpSpPr/>
          <p:nvPr/>
        </p:nvGrpSpPr>
        <p:grpSpPr bwMode="auto">
          <a:xfrm>
            <a:off x="897806" y="3496730"/>
            <a:ext cx="550789" cy="552449"/>
            <a:chOff x="729881" y="3037332"/>
            <a:chExt cx="551992" cy="551992"/>
          </a:xfrm>
        </p:grpSpPr>
        <p:sp>
          <p:nvSpPr>
            <p:cNvPr id="64" name="Oval 55"/>
            <p:cNvSpPr>
              <a:spLocks noChangeAspect="1"/>
            </p:cNvSpPr>
            <p:nvPr/>
          </p:nvSpPr>
          <p:spPr>
            <a:xfrm>
              <a:off x="729881" y="3037332"/>
              <a:ext cx="551992" cy="55199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Freeform 96"/>
            <p:cNvSpPr>
              <a:spLocks noChangeArrowheads="1"/>
            </p:cNvSpPr>
            <p:nvPr/>
          </p:nvSpPr>
          <p:spPr bwMode="auto">
            <a:xfrm>
              <a:off x="863478" y="3193464"/>
              <a:ext cx="298016" cy="261093"/>
            </a:xfrm>
            <a:custGeom>
              <a:avLst/>
              <a:gdLst>
                <a:gd name="T0" fmla="*/ 265036 w 497"/>
                <a:gd name="T1" fmla="*/ 0 h 435"/>
                <a:gd name="T2" fmla="*/ 265036 w 497"/>
                <a:gd name="T3" fmla="*/ 0 h 435"/>
                <a:gd name="T4" fmla="*/ 31780 w 497"/>
                <a:gd name="T5" fmla="*/ 0 h 435"/>
                <a:gd name="T6" fmla="*/ 0 w 497"/>
                <a:gd name="T7" fmla="*/ 26409 h 435"/>
                <a:gd name="T8" fmla="*/ 0 w 497"/>
                <a:gd name="T9" fmla="*/ 191468 h 435"/>
                <a:gd name="T10" fmla="*/ 26384 w 497"/>
                <a:gd name="T11" fmla="*/ 228681 h 435"/>
                <a:gd name="T12" fmla="*/ 95941 w 497"/>
                <a:gd name="T13" fmla="*/ 239485 h 435"/>
                <a:gd name="T14" fmla="*/ 73754 w 497"/>
                <a:gd name="T15" fmla="*/ 260493 h 435"/>
                <a:gd name="T16" fmla="*/ 223062 w 497"/>
                <a:gd name="T17" fmla="*/ 260493 h 435"/>
                <a:gd name="T18" fmla="*/ 201476 w 497"/>
                <a:gd name="T19" fmla="*/ 239485 h 435"/>
                <a:gd name="T20" fmla="*/ 270433 w 497"/>
                <a:gd name="T21" fmla="*/ 228681 h 435"/>
                <a:gd name="T22" fmla="*/ 297416 w 497"/>
                <a:gd name="T23" fmla="*/ 191468 h 435"/>
                <a:gd name="T24" fmla="*/ 297416 w 497"/>
                <a:gd name="T25" fmla="*/ 26409 h 435"/>
                <a:gd name="T26" fmla="*/ 265036 w 497"/>
                <a:gd name="T27" fmla="*/ 0 h 435"/>
                <a:gd name="T28" fmla="*/ 265036 w 497"/>
                <a:gd name="T29" fmla="*/ 191468 h 435"/>
                <a:gd name="T30" fmla="*/ 265036 w 497"/>
                <a:gd name="T31" fmla="*/ 191468 h 435"/>
                <a:gd name="T32" fmla="*/ 31780 w 497"/>
                <a:gd name="T33" fmla="*/ 191468 h 435"/>
                <a:gd name="T34" fmla="*/ 31780 w 497"/>
                <a:gd name="T35" fmla="*/ 26409 h 435"/>
                <a:gd name="T36" fmla="*/ 265036 w 497"/>
                <a:gd name="T37" fmla="*/ 26409 h 435"/>
                <a:gd name="T38" fmla="*/ 265036 w 497"/>
                <a:gd name="T39" fmla="*/ 191468 h 435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97" h="435">
                  <a:moveTo>
                    <a:pt x="442" y="0"/>
                  </a:moveTo>
                  <a:lnTo>
                    <a:pt x="442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26" y="0"/>
                    <a:pt x="0" y="17"/>
                    <a:pt x="0" y="44"/>
                  </a:cubicBezTo>
                  <a:cubicBezTo>
                    <a:pt x="0" y="319"/>
                    <a:pt x="0" y="319"/>
                    <a:pt x="0" y="319"/>
                  </a:cubicBezTo>
                  <a:cubicBezTo>
                    <a:pt x="0" y="345"/>
                    <a:pt x="17" y="372"/>
                    <a:pt x="44" y="381"/>
                  </a:cubicBezTo>
                  <a:cubicBezTo>
                    <a:pt x="160" y="399"/>
                    <a:pt x="160" y="399"/>
                    <a:pt x="160" y="399"/>
                  </a:cubicBezTo>
                  <a:cubicBezTo>
                    <a:pt x="160" y="399"/>
                    <a:pt x="62" y="434"/>
                    <a:pt x="123" y="434"/>
                  </a:cubicBezTo>
                  <a:cubicBezTo>
                    <a:pt x="372" y="434"/>
                    <a:pt x="372" y="434"/>
                    <a:pt x="372" y="434"/>
                  </a:cubicBezTo>
                  <a:cubicBezTo>
                    <a:pt x="434" y="434"/>
                    <a:pt x="336" y="399"/>
                    <a:pt x="336" y="399"/>
                  </a:cubicBezTo>
                  <a:cubicBezTo>
                    <a:pt x="451" y="381"/>
                    <a:pt x="451" y="381"/>
                    <a:pt x="451" y="381"/>
                  </a:cubicBezTo>
                  <a:cubicBezTo>
                    <a:pt x="479" y="372"/>
                    <a:pt x="496" y="345"/>
                    <a:pt x="496" y="319"/>
                  </a:cubicBezTo>
                  <a:cubicBezTo>
                    <a:pt x="496" y="44"/>
                    <a:pt x="496" y="44"/>
                    <a:pt x="496" y="44"/>
                  </a:cubicBezTo>
                  <a:cubicBezTo>
                    <a:pt x="496" y="17"/>
                    <a:pt x="470" y="0"/>
                    <a:pt x="442" y="0"/>
                  </a:cubicBezTo>
                  <a:close/>
                  <a:moveTo>
                    <a:pt x="442" y="319"/>
                  </a:moveTo>
                  <a:lnTo>
                    <a:pt x="442" y="319"/>
                  </a:lnTo>
                  <a:cubicBezTo>
                    <a:pt x="53" y="319"/>
                    <a:pt x="53" y="319"/>
                    <a:pt x="53" y="319"/>
                  </a:cubicBezTo>
                  <a:cubicBezTo>
                    <a:pt x="53" y="44"/>
                    <a:pt x="53" y="44"/>
                    <a:pt x="53" y="44"/>
                  </a:cubicBezTo>
                  <a:cubicBezTo>
                    <a:pt x="442" y="44"/>
                    <a:pt x="442" y="44"/>
                    <a:pt x="442" y="44"/>
                  </a:cubicBezTo>
                  <a:lnTo>
                    <a:pt x="442" y="31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66" name="Group 20"/>
          <p:cNvGrpSpPr/>
          <p:nvPr/>
        </p:nvGrpSpPr>
        <p:grpSpPr bwMode="auto">
          <a:xfrm>
            <a:off x="3656507" y="3533244"/>
            <a:ext cx="552376" cy="552449"/>
            <a:chOff x="3480075" y="3037332"/>
            <a:chExt cx="551992" cy="551992"/>
          </a:xfrm>
        </p:grpSpPr>
        <p:sp>
          <p:nvSpPr>
            <p:cNvPr id="67" name="Oval 61"/>
            <p:cNvSpPr>
              <a:spLocks noChangeAspect="1"/>
            </p:cNvSpPr>
            <p:nvPr/>
          </p:nvSpPr>
          <p:spPr>
            <a:xfrm>
              <a:off x="3480075" y="3037332"/>
              <a:ext cx="551992" cy="55199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Freeform 29"/>
            <p:cNvSpPr>
              <a:spLocks noChangeArrowheads="1"/>
            </p:cNvSpPr>
            <p:nvPr/>
          </p:nvSpPr>
          <p:spPr bwMode="auto">
            <a:xfrm>
              <a:off x="3623496" y="3174870"/>
              <a:ext cx="266367" cy="276915"/>
            </a:xfrm>
            <a:custGeom>
              <a:avLst/>
              <a:gdLst>
                <a:gd name="T0" fmla="*/ 148782 w 444"/>
                <a:gd name="T1" fmla="*/ 201992 h 462"/>
                <a:gd name="T2" fmla="*/ 148782 w 444"/>
                <a:gd name="T3" fmla="*/ 201992 h 462"/>
                <a:gd name="T4" fmla="*/ 191976 w 444"/>
                <a:gd name="T5" fmla="*/ 154041 h 462"/>
                <a:gd name="T6" fmla="*/ 265767 w 444"/>
                <a:gd name="T7" fmla="*/ 42556 h 462"/>
                <a:gd name="T8" fmla="*/ 255568 w 444"/>
                <a:gd name="T9" fmla="*/ 31767 h 462"/>
                <a:gd name="T10" fmla="*/ 207574 w 444"/>
                <a:gd name="T11" fmla="*/ 31767 h 462"/>
                <a:gd name="T12" fmla="*/ 133184 w 444"/>
                <a:gd name="T13" fmla="*/ 0 h 462"/>
                <a:gd name="T14" fmla="*/ 58793 w 444"/>
                <a:gd name="T15" fmla="*/ 31767 h 462"/>
                <a:gd name="T16" fmla="*/ 10799 w 444"/>
                <a:gd name="T17" fmla="*/ 31767 h 462"/>
                <a:gd name="T18" fmla="*/ 0 w 444"/>
                <a:gd name="T19" fmla="*/ 42556 h 462"/>
                <a:gd name="T20" fmla="*/ 74391 w 444"/>
                <a:gd name="T21" fmla="*/ 154041 h 462"/>
                <a:gd name="T22" fmla="*/ 116986 w 444"/>
                <a:gd name="T23" fmla="*/ 201992 h 462"/>
                <a:gd name="T24" fmla="*/ 116986 w 444"/>
                <a:gd name="T25" fmla="*/ 222971 h 462"/>
                <a:gd name="T26" fmla="*/ 64192 w 444"/>
                <a:gd name="T27" fmla="*/ 249343 h 462"/>
                <a:gd name="T28" fmla="*/ 133184 w 444"/>
                <a:gd name="T29" fmla="*/ 276316 h 462"/>
                <a:gd name="T30" fmla="*/ 196776 w 444"/>
                <a:gd name="T31" fmla="*/ 249343 h 462"/>
                <a:gd name="T32" fmla="*/ 148782 w 444"/>
                <a:gd name="T33" fmla="*/ 222971 h 462"/>
                <a:gd name="T34" fmla="*/ 148782 w 444"/>
                <a:gd name="T35" fmla="*/ 201992 h 462"/>
                <a:gd name="T36" fmla="*/ 191976 w 444"/>
                <a:gd name="T37" fmla="*/ 127069 h 462"/>
                <a:gd name="T38" fmla="*/ 191976 w 444"/>
                <a:gd name="T39" fmla="*/ 127069 h 462"/>
                <a:gd name="T40" fmla="*/ 207574 w 444"/>
                <a:gd name="T41" fmla="*/ 53345 h 462"/>
                <a:gd name="T42" fmla="*/ 244770 w 444"/>
                <a:gd name="T43" fmla="*/ 53345 h 462"/>
                <a:gd name="T44" fmla="*/ 191976 w 444"/>
                <a:gd name="T45" fmla="*/ 127069 h 462"/>
                <a:gd name="T46" fmla="*/ 133184 w 444"/>
                <a:gd name="T47" fmla="*/ 21578 h 462"/>
                <a:gd name="T48" fmla="*/ 133184 w 444"/>
                <a:gd name="T49" fmla="*/ 21578 h 462"/>
                <a:gd name="T50" fmla="*/ 191976 w 444"/>
                <a:gd name="T51" fmla="*/ 42556 h 462"/>
                <a:gd name="T52" fmla="*/ 133184 w 444"/>
                <a:gd name="T53" fmla="*/ 68929 h 462"/>
                <a:gd name="T54" fmla="*/ 74391 w 444"/>
                <a:gd name="T55" fmla="*/ 42556 h 462"/>
                <a:gd name="T56" fmla="*/ 133184 w 444"/>
                <a:gd name="T57" fmla="*/ 21578 h 462"/>
                <a:gd name="T58" fmla="*/ 21597 w 444"/>
                <a:gd name="T59" fmla="*/ 53345 h 462"/>
                <a:gd name="T60" fmla="*/ 21597 w 444"/>
                <a:gd name="T61" fmla="*/ 53345 h 462"/>
                <a:gd name="T62" fmla="*/ 58793 w 444"/>
                <a:gd name="T63" fmla="*/ 53345 h 462"/>
                <a:gd name="T64" fmla="*/ 74391 w 444"/>
                <a:gd name="T65" fmla="*/ 127069 h 462"/>
                <a:gd name="T66" fmla="*/ 21597 w 444"/>
                <a:gd name="T67" fmla="*/ 53345 h 46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44" h="462">
                  <a:moveTo>
                    <a:pt x="248" y="337"/>
                  </a:moveTo>
                  <a:lnTo>
                    <a:pt x="248" y="337"/>
                  </a:lnTo>
                  <a:cubicBezTo>
                    <a:pt x="248" y="302"/>
                    <a:pt x="275" y="283"/>
                    <a:pt x="320" y="257"/>
                  </a:cubicBezTo>
                  <a:cubicBezTo>
                    <a:pt x="373" y="221"/>
                    <a:pt x="443" y="177"/>
                    <a:pt x="443" y="71"/>
                  </a:cubicBezTo>
                  <a:cubicBezTo>
                    <a:pt x="443" y="62"/>
                    <a:pt x="434" y="53"/>
                    <a:pt x="426" y="53"/>
                  </a:cubicBezTo>
                  <a:cubicBezTo>
                    <a:pt x="346" y="53"/>
                    <a:pt x="346" y="53"/>
                    <a:pt x="346" y="53"/>
                  </a:cubicBezTo>
                  <a:cubicBezTo>
                    <a:pt x="328" y="27"/>
                    <a:pt x="293" y="0"/>
                    <a:pt x="222" y="0"/>
                  </a:cubicBezTo>
                  <a:cubicBezTo>
                    <a:pt x="151" y="0"/>
                    <a:pt x="116" y="27"/>
                    <a:pt x="9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9" y="53"/>
                    <a:pt x="0" y="62"/>
                    <a:pt x="0" y="71"/>
                  </a:cubicBezTo>
                  <a:cubicBezTo>
                    <a:pt x="0" y="177"/>
                    <a:pt x="62" y="221"/>
                    <a:pt x="124" y="257"/>
                  </a:cubicBezTo>
                  <a:cubicBezTo>
                    <a:pt x="169" y="283"/>
                    <a:pt x="195" y="302"/>
                    <a:pt x="195" y="337"/>
                  </a:cubicBezTo>
                  <a:cubicBezTo>
                    <a:pt x="195" y="372"/>
                    <a:pt x="195" y="372"/>
                    <a:pt x="195" y="372"/>
                  </a:cubicBezTo>
                  <a:cubicBezTo>
                    <a:pt x="142" y="381"/>
                    <a:pt x="107" y="399"/>
                    <a:pt x="107" y="416"/>
                  </a:cubicBezTo>
                  <a:cubicBezTo>
                    <a:pt x="107" y="443"/>
                    <a:pt x="160" y="461"/>
                    <a:pt x="222" y="461"/>
                  </a:cubicBezTo>
                  <a:cubicBezTo>
                    <a:pt x="283" y="461"/>
                    <a:pt x="328" y="443"/>
                    <a:pt x="328" y="416"/>
                  </a:cubicBezTo>
                  <a:cubicBezTo>
                    <a:pt x="328" y="399"/>
                    <a:pt x="302" y="381"/>
                    <a:pt x="248" y="372"/>
                  </a:cubicBezTo>
                  <a:lnTo>
                    <a:pt x="248" y="337"/>
                  </a:lnTo>
                  <a:close/>
                  <a:moveTo>
                    <a:pt x="320" y="212"/>
                  </a:moveTo>
                  <a:lnTo>
                    <a:pt x="320" y="212"/>
                  </a:lnTo>
                  <a:cubicBezTo>
                    <a:pt x="337" y="186"/>
                    <a:pt x="346" y="142"/>
                    <a:pt x="346" y="89"/>
                  </a:cubicBezTo>
                  <a:cubicBezTo>
                    <a:pt x="408" y="89"/>
                    <a:pt x="408" y="89"/>
                    <a:pt x="408" y="89"/>
                  </a:cubicBezTo>
                  <a:cubicBezTo>
                    <a:pt x="399" y="151"/>
                    <a:pt x="364" y="186"/>
                    <a:pt x="320" y="212"/>
                  </a:cubicBezTo>
                  <a:close/>
                  <a:moveTo>
                    <a:pt x="222" y="36"/>
                  </a:moveTo>
                  <a:lnTo>
                    <a:pt x="222" y="36"/>
                  </a:lnTo>
                  <a:cubicBezTo>
                    <a:pt x="293" y="36"/>
                    <a:pt x="320" y="62"/>
                    <a:pt x="320" y="71"/>
                  </a:cubicBezTo>
                  <a:cubicBezTo>
                    <a:pt x="320" y="80"/>
                    <a:pt x="293" y="106"/>
                    <a:pt x="222" y="115"/>
                  </a:cubicBezTo>
                  <a:cubicBezTo>
                    <a:pt x="151" y="106"/>
                    <a:pt x="124" y="80"/>
                    <a:pt x="124" y="71"/>
                  </a:cubicBezTo>
                  <a:cubicBezTo>
                    <a:pt x="124" y="62"/>
                    <a:pt x="151" y="36"/>
                    <a:pt x="222" y="36"/>
                  </a:cubicBezTo>
                  <a:close/>
                  <a:moveTo>
                    <a:pt x="36" y="89"/>
                  </a:moveTo>
                  <a:lnTo>
                    <a:pt x="36" y="89"/>
                  </a:lnTo>
                  <a:cubicBezTo>
                    <a:pt x="98" y="89"/>
                    <a:pt x="98" y="89"/>
                    <a:pt x="98" y="89"/>
                  </a:cubicBezTo>
                  <a:cubicBezTo>
                    <a:pt x="98" y="142"/>
                    <a:pt x="107" y="186"/>
                    <a:pt x="124" y="212"/>
                  </a:cubicBezTo>
                  <a:cubicBezTo>
                    <a:pt x="80" y="186"/>
                    <a:pt x="36" y="151"/>
                    <a:pt x="36" y="8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69" name="Group 23"/>
          <p:cNvGrpSpPr/>
          <p:nvPr/>
        </p:nvGrpSpPr>
        <p:grpSpPr bwMode="auto">
          <a:xfrm>
            <a:off x="897806" y="4439706"/>
            <a:ext cx="550789" cy="552449"/>
            <a:chOff x="729881" y="3980449"/>
            <a:chExt cx="551992" cy="551992"/>
          </a:xfrm>
        </p:grpSpPr>
        <p:sp>
          <p:nvSpPr>
            <p:cNvPr id="70" name="Oval 58"/>
            <p:cNvSpPr>
              <a:spLocks noChangeAspect="1"/>
            </p:cNvSpPr>
            <p:nvPr/>
          </p:nvSpPr>
          <p:spPr>
            <a:xfrm>
              <a:off x="729881" y="3980449"/>
              <a:ext cx="551992" cy="55199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Freeform 166"/>
            <p:cNvSpPr>
              <a:spLocks noChangeArrowheads="1"/>
            </p:cNvSpPr>
            <p:nvPr/>
          </p:nvSpPr>
          <p:spPr bwMode="auto">
            <a:xfrm>
              <a:off x="876178" y="4109234"/>
              <a:ext cx="232083" cy="266367"/>
            </a:xfrm>
            <a:custGeom>
              <a:avLst/>
              <a:gdLst>
                <a:gd name="T0" fmla="*/ 220776 w 390"/>
                <a:gd name="T1" fmla="*/ 0 h 445"/>
                <a:gd name="T2" fmla="*/ 220776 w 390"/>
                <a:gd name="T3" fmla="*/ 0 h 445"/>
                <a:gd name="T4" fmla="*/ 184476 w 390"/>
                <a:gd name="T5" fmla="*/ 0 h 445"/>
                <a:gd name="T6" fmla="*/ 173765 w 390"/>
                <a:gd name="T7" fmla="*/ 16760 h 445"/>
                <a:gd name="T8" fmla="*/ 173765 w 390"/>
                <a:gd name="T9" fmla="*/ 265768 h 445"/>
                <a:gd name="T10" fmla="*/ 231488 w 390"/>
                <a:gd name="T11" fmla="*/ 265768 h 445"/>
                <a:gd name="T12" fmla="*/ 231488 w 390"/>
                <a:gd name="T13" fmla="*/ 16760 h 445"/>
                <a:gd name="T14" fmla="*/ 220776 w 390"/>
                <a:gd name="T15" fmla="*/ 0 h 445"/>
                <a:gd name="T16" fmla="*/ 131514 w 390"/>
                <a:gd name="T17" fmla="*/ 90385 h 445"/>
                <a:gd name="T18" fmla="*/ 131514 w 390"/>
                <a:gd name="T19" fmla="*/ 90385 h 445"/>
                <a:gd name="T20" fmla="*/ 99974 w 390"/>
                <a:gd name="T21" fmla="*/ 90385 h 445"/>
                <a:gd name="T22" fmla="*/ 83907 w 390"/>
                <a:gd name="T23" fmla="*/ 106547 h 445"/>
                <a:gd name="T24" fmla="*/ 83907 w 390"/>
                <a:gd name="T25" fmla="*/ 265768 h 445"/>
                <a:gd name="T26" fmla="*/ 147581 w 390"/>
                <a:gd name="T27" fmla="*/ 265768 h 445"/>
                <a:gd name="T28" fmla="*/ 147581 w 390"/>
                <a:gd name="T29" fmla="*/ 106547 h 445"/>
                <a:gd name="T30" fmla="*/ 131514 w 390"/>
                <a:gd name="T31" fmla="*/ 90385 h 445"/>
                <a:gd name="T32" fmla="*/ 41656 w 390"/>
                <a:gd name="T33" fmla="*/ 180770 h 445"/>
                <a:gd name="T34" fmla="*/ 41656 w 390"/>
                <a:gd name="T35" fmla="*/ 180770 h 445"/>
                <a:gd name="T36" fmla="*/ 10116 w 390"/>
                <a:gd name="T37" fmla="*/ 180770 h 445"/>
                <a:gd name="T38" fmla="*/ 0 w 390"/>
                <a:gd name="T39" fmla="*/ 190946 h 445"/>
                <a:gd name="T40" fmla="*/ 0 w 390"/>
                <a:gd name="T41" fmla="*/ 265768 h 445"/>
                <a:gd name="T42" fmla="*/ 57723 w 390"/>
                <a:gd name="T43" fmla="*/ 265768 h 445"/>
                <a:gd name="T44" fmla="*/ 57723 w 390"/>
                <a:gd name="T45" fmla="*/ 190946 h 445"/>
                <a:gd name="T46" fmla="*/ 41656 w 390"/>
                <a:gd name="T47" fmla="*/ 180770 h 44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90" h="445">
                  <a:moveTo>
                    <a:pt x="371" y="0"/>
                  </a:moveTo>
                  <a:lnTo>
                    <a:pt x="371" y="0"/>
                  </a:lnTo>
                  <a:cubicBezTo>
                    <a:pt x="310" y="0"/>
                    <a:pt x="310" y="0"/>
                    <a:pt x="310" y="0"/>
                  </a:cubicBezTo>
                  <a:cubicBezTo>
                    <a:pt x="301" y="0"/>
                    <a:pt x="292" y="10"/>
                    <a:pt x="292" y="28"/>
                  </a:cubicBezTo>
                  <a:cubicBezTo>
                    <a:pt x="292" y="444"/>
                    <a:pt x="292" y="444"/>
                    <a:pt x="292" y="444"/>
                  </a:cubicBezTo>
                  <a:cubicBezTo>
                    <a:pt x="389" y="444"/>
                    <a:pt x="389" y="444"/>
                    <a:pt x="389" y="444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0"/>
                    <a:pt x="380" y="0"/>
                    <a:pt x="371" y="0"/>
                  </a:cubicBezTo>
                  <a:close/>
                  <a:moveTo>
                    <a:pt x="221" y="151"/>
                  </a:moveTo>
                  <a:lnTo>
                    <a:pt x="221" y="151"/>
                  </a:lnTo>
                  <a:cubicBezTo>
                    <a:pt x="168" y="151"/>
                    <a:pt x="168" y="151"/>
                    <a:pt x="168" y="151"/>
                  </a:cubicBezTo>
                  <a:cubicBezTo>
                    <a:pt x="150" y="151"/>
                    <a:pt x="141" y="160"/>
                    <a:pt x="141" y="178"/>
                  </a:cubicBezTo>
                  <a:cubicBezTo>
                    <a:pt x="141" y="444"/>
                    <a:pt x="141" y="444"/>
                    <a:pt x="141" y="444"/>
                  </a:cubicBezTo>
                  <a:cubicBezTo>
                    <a:pt x="248" y="444"/>
                    <a:pt x="248" y="444"/>
                    <a:pt x="248" y="444"/>
                  </a:cubicBezTo>
                  <a:cubicBezTo>
                    <a:pt x="248" y="178"/>
                    <a:pt x="248" y="178"/>
                    <a:pt x="248" y="178"/>
                  </a:cubicBezTo>
                  <a:cubicBezTo>
                    <a:pt x="248" y="160"/>
                    <a:pt x="230" y="151"/>
                    <a:pt x="221" y="151"/>
                  </a:cubicBezTo>
                  <a:close/>
                  <a:moveTo>
                    <a:pt x="70" y="302"/>
                  </a:moveTo>
                  <a:lnTo>
                    <a:pt x="70" y="302"/>
                  </a:lnTo>
                  <a:cubicBezTo>
                    <a:pt x="17" y="302"/>
                    <a:pt x="17" y="302"/>
                    <a:pt x="17" y="302"/>
                  </a:cubicBezTo>
                  <a:cubicBezTo>
                    <a:pt x="0" y="302"/>
                    <a:pt x="0" y="310"/>
                    <a:pt x="0" y="319"/>
                  </a:cubicBezTo>
                  <a:cubicBezTo>
                    <a:pt x="0" y="444"/>
                    <a:pt x="0" y="444"/>
                    <a:pt x="0" y="444"/>
                  </a:cubicBezTo>
                  <a:cubicBezTo>
                    <a:pt x="97" y="444"/>
                    <a:pt x="97" y="444"/>
                    <a:pt x="97" y="444"/>
                  </a:cubicBezTo>
                  <a:cubicBezTo>
                    <a:pt x="97" y="319"/>
                    <a:pt x="97" y="319"/>
                    <a:pt x="97" y="319"/>
                  </a:cubicBezTo>
                  <a:cubicBezTo>
                    <a:pt x="97" y="310"/>
                    <a:pt x="88" y="302"/>
                    <a:pt x="70" y="3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grpSp>
        <p:nvGrpSpPr>
          <p:cNvPr id="72" name="Group 24"/>
          <p:cNvGrpSpPr/>
          <p:nvPr/>
        </p:nvGrpSpPr>
        <p:grpSpPr bwMode="auto">
          <a:xfrm>
            <a:off x="3646983" y="4439706"/>
            <a:ext cx="552376" cy="552449"/>
            <a:chOff x="3480075" y="3980449"/>
            <a:chExt cx="551992" cy="551992"/>
          </a:xfrm>
        </p:grpSpPr>
        <p:sp>
          <p:nvSpPr>
            <p:cNvPr id="73" name="Oval 64"/>
            <p:cNvSpPr>
              <a:spLocks noChangeAspect="1"/>
            </p:cNvSpPr>
            <p:nvPr/>
          </p:nvSpPr>
          <p:spPr>
            <a:xfrm>
              <a:off x="3480075" y="3980449"/>
              <a:ext cx="551992" cy="551992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2400">
                <a:solidFill>
                  <a:schemeClr val="bg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Freeform 36"/>
            <p:cNvSpPr>
              <a:spLocks noChangeArrowheads="1"/>
            </p:cNvSpPr>
            <p:nvPr/>
          </p:nvSpPr>
          <p:spPr bwMode="auto">
            <a:xfrm>
              <a:off x="3627670" y="4125899"/>
              <a:ext cx="287467" cy="261092"/>
            </a:xfrm>
            <a:custGeom>
              <a:avLst/>
              <a:gdLst>
                <a:gd name="T0" fmla="*/ 143135 w 480"/>
                <a:gd name="T1" fmla="*/ 196418 h 436"/>
                <a:gd name="T2" fmla="*/ 143135 w 480"/>
                <a:gd name="T3" fmla="*/ 196418 h 436"/>
                <a:gd name="T4" fmla="*/ 111393 w 480"/>
                <a:gd name="T5" fmla="*/ 228755 h 436"/>
                <a:gd name="T6" fmla="*/ 143135 w 480"/>
                <a:gd name="T7" fmla="*/ 260493 h 436"/>
                <a:gd name="T8" fmla="*/ 174876 w 480"/>
                <a:gd name="T9" fmla="*/ 228755 h 436"/>
                <a:gd name="T10" fmla="*/ 143135 w 480"/>
                <a:gd name="T11" fmla="*/ 196418 h 436"/>
                <a:gd name="T12" fmla="*/ 79652 w 480"/>
                <a:gd name="T13" fmla="*/ 164680 h 436"/>
                <a:gd name="T14" fmla="*/ 79652 w 480"/>
                <a:gd name="T15" fmla="*/ 164680 h 436"/>
                <a:gd name="T16" fmla="*/ 100613 w 480"/>
                <a:gd name="T17" fmla="*/ 186238 h 436"/>
                <a:gd name="T18" fmla="*/ 185656 w 480"/>
                <a:gd name="T19" fmla="*/ 186238 h 436"/>
                <a:gd name="T20" fmla="*/ 206617 w 480"/>
                <a:gd name="T21" fmla="*/ 164680 h 436"/>
                <a:gd name="T22" fmla="*/ 79652 w 480"/>
                <a:gd name="T23" fmla="*/ 164680 h 436"/>
                <a:gd name="T24" fmla="*/ 37131 w 480"/>
                <a:gd name="T25" fmla="*/ 122162 h 436"/>
                <a:gd name="T26" fmla="*/ 37131 w 480"/>
                <a:gd name="T27" fmla="*/ 122162 h 436"/>
                <a:gd name="T28" fmla="*/ 58691 w 480"/>
                <a:gd name="T29" fmla="*/ 143720 h 436"/>
                <a:gd name="T30" fmla="*/ 228177 w 480"/>
                <a:gd name="T31" fmla="*/ 143720 h 436"/>
                <a:gd name="T32" fmla="*/ 249737 w 480"/>
                <a:gd name="T33" fmla="*/ 122162 h 436"/>
                <a:gd name="T34" fmla="*/ 37131 w 480"/>
                <a:gd name="T35" fmla="*/ 122162 h 436"/>
                <a:gd name="T36" fmla="*/ 0 w 480"/>
                <a:gd name="T37" fmla="*/ 80244 h 436"/>
                <a:gd name="T38" fmla="*/ 0 w 480"/>
                <a:gd name="T39" fmla="*/ 80244 h 436"/>
                <a:gd name="T40" fmla="*/ 15571 w 480"/>
                <a:gd name="T41" fmla="*/ 101203 h 436"/>
                <a:gd name="T42" fmla="*/ 265308 w 480"/>
                <a:gd name="T43" fmla="*/ 101203 h 436"/>
                <a:gd name="T44" fmla="*/ 286868 w 480"/>
                <a:gd name="T45" fmla="*/ 80244 h 436"/>
                <a:gd name="T46" fmla="*/ 0 w 480"/>
                <a:gd name="T47" fmla="*/ 80244 h 4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80" h="436">
                  <a:moveTo>
                    <a:pt x="239" y="328"/>
                  </a:moveTo>
                  <a:lnTo>
                    <a:pt x="239" y="328"/>
                  </a:lnTo>
                  <a:cubicBezTo>
                    <a:pt x="213" y="328"/>
                    <a:pt x="186" y="355"/>
                    <a:pt x="186" y="382"/>
                  </a:cubicBezTo>
                  <a:cubicBezTo>
                    <a:pt x="186" y="409"/>
                    <a:pt x="213" y="435"/>
                    <a:pt x="239" y="435"/>
                  </a:cubicBezTo>
                  <a:cubicBezTo>
                    <a:pt x="266" y="435"/>
                    <a:pt x="292" y="409"/>
                    <a:pt x="292" y="382"/>
                  </a:cubicBezTo>
                  <a:cubicBezTo>
                    <a:pt x="292" y="355"/>
                    <a:pt x="266" y="328"/>
                    <a:pt x="239" y="328"/>
                  </a:cubicBezTo>
                  <a:close/>
                  <a:moveTo>
                    <a:pt x="133" y="275"/>
                  </a:moveTo>
                  <a:lnTo>
                    <a:pt x="133" y="275"/>
                  </a:lnTo>
                  <a:cubicBezTo>
                    <a:pt x="168" y="311"/>
                    <a:pt x="168" y="311"/>
                    <a:pt x="168" y="311"/>
                  </a:cubicBezTo>
                  <a:cubicBezTo>
                    <a:pt x="204" y="275"/>
                    <a:pt x="266" y="275"/>
                    <a:pt x="310" y="311"/>
                  </a:cubicBezTo>
                  <a:cubicBezTo>
                    <a:pt x="345" y="275"/>
                    <a:pt x="345" y="275"/>
                    <a:pt x="345" y="275"/>
                  </a:cubicBezTo>
                  <a:cubicBezTo>
                    <a:pt x="283" y="222"/>
                    <a:pt x="195" y="222"/>
                    <a:pt x="133" y="275"/>
                  </a:cubicBezTo>
                  <a:close/>
                  <a:moveTo>
                    <a:pt x="62" y="204"/>
                  </a:moveTo>
                  <a:lnTo>
                    <a:pt x="62" y="204"/>
                  </a:lnTo>
                  <a:cubicBezTo>
                    <a:pt x="98" y="240"/>
                    <a:pt x="98" y="240"/>
                    <a:pt x="98" y="240"/>
                  </a:cubicBezTo>
                  <a:cubicBezTo>
                    <a:pt x="177" y="169"/>
                    <a:pt x="301" y="169"/>
                    <a:pt x="381" y="240"/>
                  </a:cubicBezTo>
                  <a:cubicBezTo>
                    <a:pt x="417" y="204"/>
                    <a:pt x="417" y="204"/>
                    <a:pt x="417" y="204"/>
                  </a:cubicBezTo>
                  <a:cubicBezTo>
                    <a:pt x="319" y="107"/>
                    <a:pt x="160" y="107"/>
                    <a:pt x="62" y="204"/>
                  </a:cubicBezTo>
                  <a:close/>
                  <a:moveTo>
                    <a:pt x="0" y="134"/>
                  </a:moveTo>
                  <a:lnTo>
                    <a:pt x="0" y="134"/>
                  </a:lnTo>
                  <a:cubicBezTo>
                    <a:pt x="26" y="169"/>
                    <a:pt x="26" y="169"/>
                    <a:pt x="26" y="169"/>
                  </a:cubicBezTo>
                  <a:cubicBezTo>
                    <a:pt x="142" y="54"/>
                    <a:pt x="328" y="54"/>
                    <a:pt x="443" y="169"/>
                  </a:cubicBezTo>
                  <a:cubicBezTo>
                    <a:pt x="479" y="134"/>
                    <a:pt x="479" y="134"/>
                    <a:pt x="479" y="134"/>
                  </a:cubicBezTo>
                  <a:cubicBezTo>
                    <a:pt x="345" y="0"/>
                    <a:pt x="133" y="0"/>
                    <a:pt x="0" y="13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25025" y="5150333"/>
            <a:ext cx="2562224" cy="1707667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4541098" y="1297353"/>
            <a:ext cx="3119967" cy="219921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73835">
              <a:defRPr/>
            </a:pPr>
            <a:endParaRPr lang="zh-CN" altLang="en-US" sz="2135"/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2862581" y="3879216"/>
            <a:ext cx="6477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在此输入过渡页标题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2895389" y="4838067"/>
            <a:ext cx="6411384" cy="379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65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点击录入此部分的内容及说明，简单扼要。</a:t>
            </a:r>
            <a:endParaRPr lang="zh-CN" altLang="en-US" sz="1865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5228086" y="1470919"/>
            <a:ext cx="1745991" cy="189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11735" dirty="0" smtClean="0">
                <a:solidFill>
                  <a:schemeClr val="bg1"/>
                </a:solidFill>
                <a:latin typeface="Impact" panose="020B0806030902050204" pitchFamily="34" charset="0"/>
              </a:rPr>
              <a:t>02</a:t>
            </a:r>
            <a:endParaRPr lang="zh-CN" altLang="en-US" sz="11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9"/>
          <a:stretch>
            <a:fillRect/>
          </a:stretch>
        </p:blipFill>
        <p:spPr>
          <a:xfrm>
            <a:off x="0" y="5783226"/>
            <a:ext cx="12192000" cy="10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4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7"/>
          <p:cNvGraphicFramePr/>
          <p:nvPr/>
        </p:nvGraphicFramePr>
        <p:xfrm>
          <a:off x="1016178" y="1600695"/>
          <a:ext cx="2743676" cy="2235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7" name="Chart 8"/>
          <p:cNvGraphicFramePr/>
          <p:nvPr/>
        </p:nvGraphicFramePr>
        <p:xfrm>
          <a:off x="1117795" y="3734953"/>
          <a:ext cx="2743676" cy="2235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9"/>
          <p:cNvGraphicFramePr/>
          <p:nvPr/>
        </p:nvGraphicFramePr>
        <p:xfrm>
          <a:off x="6401913" y="1600695"/>
          <a:ext cx="2743676" cy="2235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0"/>
          <p:cNvGraphicFramePr/>
          <p:nvPr/>
        </p:nvGraphicFramePr>
        <p:xfrm>
          <a:off x="6401913" y="3633321"/>
          <a:ext cx="2743676" cy="2235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Content Placeholder 2"/>
          <p:cNvSpPr txBox="1"/>
          <p:nvPr/>
        </p:nvSpPr>
        <p:spPr>
          <a:xfrm>
            <a:off x="3861471" y="2108851"/>
            <a:ext cx="2438824" cy="1321208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1" name="Content Placeholder 2"/>
          <p:cNvSpPr txBox="1"/>
          <p:nvPr/>
        </p:nvSpPr>
        <p:spPr>
          <a:xfrm>
            <a:off x="3861471" y="4344741"/>
            <a:ext cx="2438824" cy="1321208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Content Placeholder 2"/>
          <p:cNvSpPr txBox="1"/>
          <p:nvPr/>
        </p:nvSpPr>
        <p:spPr>
          <a:xfrm>
            <a:off x="9145588" y="2108851"/>
            <a:ext cx="2438824" cy="1321208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Content Placeholder 2"/>
          <p:cNvSpPr txBox="1"/>
          <p:nvPr/>
        </p:nvSpPr>
        <p:spPr>
          <a:xfrm>
            <a:off x="9145588" y="4344741"/>
            <a:ext cx="2438824" cy="1321208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Graphic spid="7" grpId="0">
        <p:bldAsOne/>
      </p:bldGraphic>
      <p:bldGraphic spid="8" grpId="0">
        <p:bldAsOne/>
      </p:bldGraphic>
      <p:bldGraphic spid="9" grpId="0">
        <p:bldAsOne/>
      </p:bldGraphic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hape 1664"/>
          <p:cNvSpPr/>
          <p:nvPr/>
        </p:nvSpPr>
        <p:spPr>
          <a:xfrm rot="5400000">
            <a:off x="4262344" y="86047"/>
            <a:ext cx="1089771" cy="5063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078"/>
                </a:moveTo>
                <a:lnTo>
                  <a:pt x="21600" y="0"/>
                </a:lnTo>
                <a:lnTo>
                  <a:pt x="12326" y="1995"/>
                </a:lnTo>
                <a:lnTo>
                  <a:pt x="12342" y="13028"/>
                </a:lnTo>
                <a:lnTo>
                  <a:pt x="12326" y="13028"/>
                </a:lnTo>
                <a:lnTo>
                  <a:pt x="39" y="14799"/>
                </a:lnTo>
                <a:lnTo>
                  <a:pt x="0" y="14799"/>
                </a:lnTo>
                <a:lnTo>
                  <a:pt x="0" y="21600"/>
                </a:lnTo>
                <a:lnTo>
                  <a:pt x="15442" y="21600"/>
                </a:lnTo>
                <a:lnTo>
                  <a:pt x="15442" y="14804"/>
                </a:lnTo>
                <a:lnTo>
                  <a:pt x="21425" y="13078"/>
                </a:lnTo>
                <a:cubicBezTo>
                  <a:pt x="21425" y="13078"/>
                  <a:pt x="21600" y="13078"/>
                  <a:pt x="21600" y="13078"/>
                </a:cubicBezTo>
                <a:close/>
              </a:path>
            </a:pathLst>
          </a:custGeom>
          <a:noFill/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50784" tIns="50784" rIns="50784" bIns="50784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33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/>
              <a:sym typeface="微软雅黑" panose="020B0503020204020204" pitchFamily="34" charset="-122"/>
            </a:endParaRPr>
          </a:p>
        </p:txBody>
      </p:sp>
      <p:sp>
        <p:nvSpPr>
          <p:cNvPr id="87" name="Shape 1669"/>
          <p:cNvSpPr/>
          <p:nvPr/>
        </p:nvSpPr>
        <p:spPr>
          <a:xfrm rot="5400000">
            <a:off x="4699598" y="638682"/>
            <a:ext cx="787851" cy="55305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99" y="15363"/>
                </a:moveTo>
                <a:lnTo>
                  <a:pt x="21490" y="13752"/>
                </a:lnTo>
                <a:lnTo>
                  <a:pt x="21490" y="0"/>
                </a:lnTo>
                <a:lnTo>
                  <a:pt x="8518" y="1825"/>
                </a:lnTo>
                <a:lnTo>
                  <a:pt x="8518" y="13752"/>
                </a:lnTo>
                <a:lnTo>
                  <a:pt x="8518" y="13752"/>
                </a:lnTo>
                <a:lnTo>
                  <a:pt x="81" y="15363"/>
                </a:lnTo>
                <a:lnTo>
                  <a:pt x="11" y="15363"/>
                </a:lnTo>
                <a:lnTo>
                  <a:pt x="11" y="15376"/>
                </a:lnTo>
                <a:lnTo>
                  <a:pt x="0" y="15378"/>
                </a:lnTo>
                <a:lnTo>
                  <a:pt x="11" y="15378"/>
                </a:lnTo>
                <a:lnTo>
                  <a:pt x="11" y="21600"/>
                </a:lnTo>
                <a:lnTo>
                  <a:pt x="21600" y="21600"/>
                </a:lnTo>
                <a:lnTo>
                  <a:pt x="21600" y="15363"/>
                </a:lnTo>
                <a:cubicBezTo>
                  <a:pt x="21600" y="15363"/>
                  <a:pt x="21599" y="15363"/>
                  <a:pt x="21599" y="15363"/>
                </a:cubicBezTo>
                <a:close/>
              </a:path>
            </a:pathLst>
          </a:custGeom>
          <a:noFill/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50784" tIns="50784" rIns="50784" bIns="50784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33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/>
              <a:sym typeface="微软雅黑" panose="020B0503020204020204" pitchFamily="34" charset="-122"/>
            </a:endParaRPr>
          </a:p>
        </p:txBody>
      </p:sp>
      <p:sp>
        <p:nvSpPr>
          <p:cNvPr id="90" name="Shape 1674"/>
          <p:cNvSpPr/>
          <p:nvPr/>
        </p:nvSpPr>
        <p:spPr>
          <a:xfrm rot="5400000">
            <a:off x="4704267" y="1571197"/>
            <a:ext cx="778514" cy="55305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32" y="15373"/>
                </a:moveTo>
                <a:lnTo>
                  <a:pt x="12874" y="13752"/>
                </a:lnTo>
                <a:lnTo>
                  <a:pt x="12874" y="1814"/>
                </a:lnTo>
                <a:lnTo>
                  <a:pt x="0" y="0"/>
                </a:lnTo>
                <a:lnTo>
                  <a:pt x="0" y="13779"/>
                </a:lnTo>
                <a:lnTo>
                  <a:pt x="2" y="13779"/>
                </a:lnTo>
                <a:lnTo>
                  <a:pt x="111" y="15373"/>
                </a:lnTo>
                <a:lnTo>
                  <a:pt x="2" y="15373"/>
                </a:lnTo>
                <a:lnTo>
                  <a:pt x="2" y="21600"/>
                </a:lnTo>
                <a:lnTo>
                  <a:pt x="21600" y="21600"/>
                </a:lnTo>
                <a:lnTo>
                  <a:pt x="21600" y="15373"/>
                </a:lnTo>
                <a:cubicBezTo>
                  <a:pt x="21600" y="15373"/>
                  <a:pt x="21532" y="15373"/>
                  <a:pt x="21532" y="15373"/>
                </a:cubicBezTo>
                <a:close/>
              </a:path>
            </a:pathLst>
          </a:custGeom>
          <a:noFill/>
          <a:ln w="12700" cap="flat">
            <a:solidFill>
              <a:schemeClr val="bg1"/>
            </a:solidFill>
            <a:miter lim="400000"/>
          </a:ln>
          <a:effectLst/>
        </p:spPr>
        <p:txBody>
          <a:bodyPr wrap="square" lIns="50784" tIns="50784" rIns="50784" bIns="50784" numCol="1" anchor="ctr">
            <a:noAutofit/>
          </a:bodyPr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3330" ker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 Light"/>
              <a:sym typeface="微软雅黑" panose="020B0503020204020204" pitchFamily="34" charset="-122"/>
            </a:endParaRPr>
          </a:p>
        </p:txBody>
      </p:sp>
      <p:grpSp>
        <p:nvGrpSpPr>
          <p:cNvPr id="92" name="Group 4"/>
          <p:cNvGrpSpPr/>
          <p:nvPr/>
        </p:nvGrpSpPr>
        <p:grpSpPr>
          <a:xfrm>
            <a:off x="1352656" y="4556337"/>
            <a:ext cx="5986236" cy="1097788"/>
            <a:chOff x="1336128" y="4756375"/>
            <a:chExt cx="5659051" cy="1037307"/>
          </a:xfrm>
        </p:grpSpPr>
        <p:sp>
          <p:nvSpPr>
            <p:cNvPr id="93" name="Shape 1679"/>
            <p:cNvSpPr/>
            <p:nvPr/>
          </p:nvSpPr>
          <p:spPr>
            <a:xfrm rot="5400000">
              <a:off x="4081932" y="2880436"/>
              <a:ext cx="1037307" cy="47891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405" y="14802"/>
                  </a:moveTo>
                  <a:lnTo>
                    <a:pt x="9188" y="13032"/>
                  </a:lnTo>
                  <a:lnTo>
                    <a:pt x="9188" y="2006"/>
                  </a:lnTo>
                  <a:lnTo>
                    <a:pt x="22" y="0"/>
                  </a:lnTo>
                  <a:lnTo>
                    <a:pt x="22" y="13032"/>
                  </a:lnTo>
                  <a:lnTo>
                    <a:pt x="0" y="13032"/>
                  </a:lnTo>
                  <a:lnTo>
                    <a:pt x="22" y="13039"/>
                  </a:lnTo>
                  <a:lnTo>
                    <a:pt x="22" y="13062"/>
                  </a:lnTo>
                  <a:lnTo>
                    <a:pt x="104" y="13062"/>
                  </a:lnTo>
                  <a:lnTo>
                    <a:pt x="6144" y="14808"/>
                  </a:lnTo>
                  <a:lnTo>
                    <a:pt x="6271" y="14808"/>
                  </a:lnTo>
                  <a:lnTo>
                    <a:pt x="6271" y="21600"/>
                  </a:lnTo>
                  <a:lnTo>
                    <a:pt x="21600" y="21600"/>
                  </a:lnTo>
                  <a:lnTo>
                    <a:pt x="21600" y="14802"/>
                  </a:lnTo>
                  <a:cubicBezTo>
                    <a:pt x="21600" y="14802"/>
                    <a:pt x="21405" y="14802"/>
                    <a:pt x="21405" y="14802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50784" tIns="50784" rIns="50784" bIns="50784" numCol="1" anchor="ctr">
              <a:noAutofit/>
            </a:bodyPr>
            <a:lstStyle/>
            <a:p>
              <a:pPr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330" ker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/>
                <a:sym typeface="微软雅黑" panose="020B0503020204020204" pitchFamily="34" charset="-122"/>
              </a:endParaRPr>
            </a:p>
          </p:txBody>
        </p:sp>
        <p:sp>
          <p:nvSpPr>
            <p:cNvPr id="94" name="Shape 1680"/>
            <p:cNvSpPr/>
            <p:nvPr/>
          </p:nvSpPr>
          <p:spPr>
            <a:xfrm>
              <a:off x="1336128" y="5042445"/>
              <a:ext cx="775215" cy="744447"/>
            </a:xfrm>
            <a:prstGeom prst="rect">
              <a:avLst/>
            </a:prstGeom>
            <a:noFill/>
            <a:ln w="12700" cap="flat">
              <a:solidFill>
                <a:schemeClr val="bg1"/>
              </a:solidFill>
              <a:miter lim="400000"/>
            </a:ln>
            <a:effectLst/>
          </p:spPr>
          <p:txBody>
            <a:bodyPr wrap="square" lIns="67712" tIns="67712" rIns="67712" bIns="67712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lang="en-US" sz="2800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Helvetica Light"/>
                  <a:sym typeface="微软雅黑" panose="020B0503020204020204" pitchFamily="34" charset="-122"/>
                </a:rPr>
                <a:t>4</a:t>
              </a:r>
              <a:endParaRPr sz="28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Helvetica Light"/>
                <a:sym typeface="微软雅黑" panose="020B0503020204020204" pitchFamily="34" charset="-122"/>
              </a:endParaRPr>
            </a:p>
          </p:txBody>
        </p:sp>
      </p:grpSp>
      <p:sp>
        <p:nvSpPr>
          <p:cNvPr id="95" name="Shape 1684"/>
          <p:cNvSpPr/>
          <p:nvPr/>
        </p:nvSpPr>
        <p:spPr>
          <a:xfrm>
            <a:off x="2933814" y="2295661"/>
            <a:ext cx="382205" cy="336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041" y="15188"/>
                </a:moveTo>
                <a:cubicBezTo>
                  <a:pt x="8905" y="14174"/>
                  <a:pt x="8222" y="13317"/>
                  <a:pt x="8222" y="11485"/>
                </a:cubicBezTo>
                <a:cubicBezTo>
                  <a:pt x="8222" y="10385"/>
                  <a:pt x="8875" y="10744"/>
                  <a:pt x="9161" y="8730"/>
                </a:cubicBezTo>
                <a:cubicBezTo>
                  <a:pt x="9279" y="7894"/>
                  <a:pt x="9855" y="8716"/>
                  <a:pt x="9966" y="6808"/>
                </a:cubicBezTo>
                <a:cubicBezTo>
                  <a:pt x="9966" y="6047"/>
                  <a:pt x="9651" y="5858"/>
                  <a:pt x="9651" y="5858"/>
                </a:cubicBezTo>
                <a:cubicBezTo>
                  <a:pt x="9651" y="5858"/>
                  <a:pt x="9811" y="4733"/>
                  <a:pt x="9873" y="3867"/>
                </a:cubicBezTo>
                <a:cubicBezTo>
                  <a:pt x="9951" y="2788"/>
                  <a:pt x="9396" y="0"/>
                  <a:pt x="6431" y="0"/>
                </a:cubicBezTo>
                <a:cubicBezTo>
                  <a:pt x="3466" y="0"/>
                  <a:pt x="2909" y="2788"/>
                  <a:pt x="2987" y="3867"/>
                </a:cubicBezTo>
                <a:cubicBezTo>
                  <a:pt x="3050" y="4733"/>
                  <a:pt x="3210" y="5858"/>
                  <a:pt x="3210" y="5858"/>
                </a:cubicBezTo>
                <a:cubicBezTo>
                  <a:pt x="3210" y="5858"/>
                  <a:pt x="2895" y="6047"/>
                  <a:pt x="2895" y="6808"/>
                </a:cubicBezTo>
                <a:cubicBezTo>
                  <a:pt x="3005" y="8716"/>
                  <a:pt x="3582" y="7894"/>
                  <a:pt x="3700" y="8730"/>
                </a:cubicBezTo>
                <a:cubicBezTo>
                  <a:pt x="3987" y="10744"/>
                  <a:pt x="4639" y="10385"/>
                  <a:pt x="4639" y="11485"/>
                </a:cubicBezTo>
                <a:cubicBezTo>
                  <a:pt x="4639" y="13317"/>
                  <a:pt x="3956" y="14174"/>
                  <a:pt x="1819" y="15188"/>
                </a:cubicBezTo>
                <a:cubicBezTo>
                  <a:pt x="1169" y="15497"/>
                  <a:pt x="0" y="15976"/>
                  <a:pt x="0" y="17129"/>
                </a:cubicBezTo>
                <a:lnTo>
                  <a:pt x="0" y="21600"/>
                </a:lnTo>
                <a:lnTo>
                  <a:pt x="15005" y="21600"/>
                </a:lnTo>
                <a:cubicBezTo>
                  <a:pt x="15005" y="21600"/>
                  <a:pt x="15005" y="18955"/>
                  <a:pt x="15005" y="18248"/>
                </a:cubicBezTo>
                <a:cubicBezTo>
                  <a:pt x="15005" y="17196"/>
                  <a:pt x="13184" y="16207"/>
                  <a:pt x="11041" y="15188"/>
                </a:cubicBezTo>
                <a:close/>
                <a:moveTo>
                  <a:pt x="21600" y="21600"/>
                </a:moveTo>
                <a:cubicBezTo>
                  <a:pt x="21600" y="21600"/>
                  <a:pt x="21557" y="16953"/>
                  <a:pt x="21307" y="16471"/>
                </a:cubicBezTo>
                <a:cubicBezTo>
                  <a:pt x="20935" y="15754"/>
                  <a:pt x="20071" y="15261"/>
                  <a:pt x="18463" y="14498"/>
                </a:cubicBezTo>
                <a:cubicBezTo>
                  <a:pt x="16861" y="13736"/>
                  <a:pt x="16349" y="13094"/>
                  <a:pt x="16349" y="11720"/>
                </a:cubicBezTo>
                <a:cubicBezTo>
                  <a:pt x="16349" y="10894"/>
                  <a:pt x="16838" y="11164"/>
                  <a:pt x="17053" y="9653"/>
                </a:cubicBezTo>
                <a:cubicBezTo>
                  <a:pt x="17142" y="9026"/>
                  <a:pt x="17574" y="9643"/>
                  <a:pt x="17657" y="8212"/>
                </a:cubicBezTo>
                <a:cubicBezTo>
                  <a:pt x="17657" y="7642"/>
                  <a:pt x="17420" y="7499"/>
                  <a:pt x="17420" y="7499"/>
                </a:cubicBezTo>
                <a:cubicBezTo>
                  <a:pt x="17420" y="7499"/>
                  <a:pt x="17541" y="6656"/>
                  <a:pt x="17588" y="6006"/>
                </a:cubicBezTo>
                <a:cubicBezTo>
                  <a:pt x="17646" y="5197"/>
                  <a:pt x="17229" y="3106"/>
                  <a:pt x="15005" y="3106"/>
                </a:cubicBezTo>
                <a:cubicBezTo>
                  <a:pt x="12781" y="3106"/>
                  <a:pt x="12365" y="5197"/>
                  <a:pt x="12422" y="6006"/>
                </a:cubicBezTo>
                <a:cubicBezTo>
                  <a:pt x="12469" y="6656"/>
                  <a:pt x="12589" y="7499"/>
                  <a:pt x="12589" y="7499"/>
                </a:cubicBezTo>
                <a:cubicBezTo>
                  <a:pt x="12589" y="7499"/>
                  <a:pt x="12353" y="7642"/>
                  <a:pt x="12353" y="8212"/>
                </a:cubicBezTo>
                <a:cubicBezTo>
                  <a:pt x="12437" y="9643"/>
                  <a:pt x="12868" y="9026"/>
                  <a:pt x="12957" y="9653"/>
                </a:cubicBezTo>
                <a:cubicBezTo>
                  <a:pt x="13173" y="11164"/>
                  <a:pt x="13662" y="10894"/>
                  <a:pt x="13662" y="11720"/>
                </a:cubicBezTo>
                <a:cubicBezTo>
                  <a:pt x="13662" y="12655"/>
                  <a:pt x="13424" y="13250"/>
                  <a:pt x="12768" y="13776"/>
                </a:cubicBezTo>
                <a:cubicBezTo>
                  <a:pt x="16268" y="15766"/>
                  <a:pt x="16737" y="16172"/>
                  <a:pt x="16737" y="17952"/>
                </a:cubicBezTo>
                <a:lnTo>
                  <a:pt x="16737" y="21600"/>
                </a:lnTo>
                <a:cubicBezTo>
                  <a:pt x="16737" y="21600"/>
                  <a:pt x="21600" y="21600"/>
                  <a:pt x="21600" y="2160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0308" tIns="40308" rIns="40308" bIns="40308" numCol="1" anchor="ctr">
            <a:noAutofit/>
          </a:bodyPr>
          <a:lstStyle/>
          <a:p>
            <a:pPr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sz="333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ontrapunkt Bob Bold"/>
              <a:sym typeface="微软雅黑" panose="020B0503020204020204" pitchFamily="34" charset="-122"/>
            </a:endParaRPr>
          </a:p>
        </p:txBody>
      </p:sp>
      <p:sp>
        <p:nvSpPr>
          <p:cNvPr id="96" name="Shape 1687"/>
          <p:cNvSpPr/>
          <p:nvPr/>
        </p:nvSpPr>
        <p:spPr>
          <a:xfrm>
            <a:off x="2933814" y="3211307"/>
            <a:ext cx="382205" cy="382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79" y="19547"/>
                </a:moveTo>
                <a:lnTo>
                  <a:pt x="11679" y="14693"/>
                </a:lnTo>
                <a:lnTo>
                  <a:pt x="9921" y="14693"/>
                </a:lnTo>
                <a:lnTo>
                  <a:pt x="9921" y="19547"/>
                </a:lnTo>
                <a:cubicBezTo>
                  <a:pt x="5768" y="19134"/>
                  <a:pt x="2465" y="15832"/>
                  <a:pt x="2052" y="11679"/>
                </a:cubicBezTo>
                <a:lnTo>
                  <a:pt x="6907" y="11679"/>
                </a:lnTo>
                <a:lnTo>
                  <a:pt x="6907" y="9921"/>
                </a:lnTo>
                <a:lnTo>
                  <a:pt x="2052" y="9921"/>
                </a:lnTo>
                <a:cubicBezTo>
                  <a:pt x="2465" y="5768"/>
                  <a:pt x="5768" y="2466"/>
                  <a:pt x="9921" y="2054"/>
                </a:cubicBezTo>
                <a:lnTo>
                  <a:pt x="9921" y="6907"/>
                </a:lnTo>
                <a:lnTo>
                  <a:pt x="11679" y="6907"/>
                </a:lnTo>
                <a:lnTo>
                  <a:pt x="11679" y="2054"/>
                </a:lnTo>
                <a:cubicBezTo>
                  <a:pt x="15832" y="2466"/>
                  <a:pt x="19135" y="5768"/>
                  <a:pt x="19548" y="9921"/>
                </a:cubicBezTo>
                <a:lnTo>
                  <a:pt x="14693" y="9921"/>
                </a:lnTo>
                <a:lnTo>
                  <a:pt x="14693" y="11679"/>
                </a:lnTo>
                <a:lnTo>
                  <a:pt x="19548" y="11679"/>
                </a:lnTo>
                <a:cubicBezTo>
                  <a:pt x="19135" y="15832"/>
                  <a:pt x="15832" y="19134"/>
                  <a:pt x="11679" y="19547"/>
                </a:cubicBezTo>
                <a:close/>
                <a:moveTo>
                  <a:pt x="10799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799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799" y="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0308" tIns="40308" rIns="40308" bIns="40308" numCol="1" anchor="ctr">
            <a:noAutofit/>
          </a:bodyPr>
          <a:lstStyle/>
          <a:p>
            <a:pPr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sz="333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ontrapunkt Bob Bold"/>
              <a:sym typeface="微软雅黑" panose="020B0503020204020204" pitchFamily="34" charset="-122"/>
            </a:endParaRPr>
          </a:p>
        </p:txBody>
      </p:sp>
      <p:sp>
        <p:nvSpPr>
          <p:cNvPr id="97" name="Shape 1690"/>
          <p:cNvSpPr/>
          <p:nvPr/>
        </p:nvSpPr>
        <p:spPr>
          <a:xfrm>
            <a:off x="2942295" y="4143619"/>
            <a:ext cx="365243" cy="382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81" h="20933" extrusionOk="0">
                <a:moveTo>
                  <a:pt x="18450" y="13962"/>
                </a:moveTo>
                <a:cubicBezTo>
                  <a:pt x="18104" y="14098"/>
                  <a:pt x="15778" y="12331"/>
                  <a:pt x="14291" y="9001"/>
                </a:cubicBezTo>
                <a:cubicBezTo>
                  <a:pt x="12804" y="5669"/>
                  <a:pt x="12992" y="2625"/>
                  <a:pt x="13337" y="2491"/>
                </a:cubicBezTo>
                <a:cubicBezTo>
                  <a:pt x="13683" y="2355"/>
                  <a:pt x="15952" y="4486"/>
                  <a:pt x="17438" y="7816"/>
                </a:cubicBezTo>
                <a:cubicBezTo>
                  <a:pt x="18925" y="11146"/>
                  <a:pt x="18797" y="13826"/>
                  <a:pt x="18450" y="13962"/>
                </a:cubicBezTo>
                <a:close/>
                <a:moveTo>
                  <a:pt x="19117" y="7012"/>
                </a:moveTo>
                <a:cubicBezTo>
                  <a:pt x="17204" y="2727"/>
                  <a:pt x="14125" y="-537"/>
                  <a:pt x="12567" y="74"/>
                </a:cubicBezTo>
                <a:cubicBezTo>
                  <a:pt x="9922" y="1108"/>
                  <a:pt x="14143" y="6078"/>
                  <a:pt x="1154" y="11160"/>
                </a:cubicBezTo>
                <a:cubicBezTo>
                  <a:pt x="32" y="11600"/>
                  <a:pt x="-253" y="13356"/>
                  <a:pt x="217" y="14406"/>
                </a:cubicBezTo>
                <a:cubicBezTo>
                  <a:pt x="685" y="15456"/>
                  <a:pt x="2220" y="16502"/>
                  <a:pt x="3342" y="16062"/>
                </a:cubicBezTo>
                <a:cubicBezTo>
                  <a:pt x="3537" y="15987"/>
                  <a:pt x="4250" y="15766"/>
                  <a:pt x="4250" y="15766"/>
                </a:cubicBezTo>
                <a:cubicBezTo>
                  <a:pt x="5051" y="16802"/>
                  <a:pt x="5889" y="16187"/>
                  <a:pt x="6186" y="16845"/>
                </a:cubicBezTo>
                <a:cubicBezTo>
                  <a:pt x="6544" y="17635"/>
                  <a:pt x="7322" y="19353"/>
                  <a:pt x="7586" y="19939"/>
                </a:cubicBezTo>
                <a:cubicBezTo>
                  <a:pt x="7850" y="20522"/>
                  <a:pt x="8450" y="21063"/>
                  <a:pt x="8885" y="20905"/>
                </a:cubicBezTo>
                <a:cubicBezTo>
                  <a:pt x="9318" y="20745"/>
                  <a:pt x="10797" y="20203"/>
                  <a:pt x="11362" y="19997"/>
                </a:cubicBezTo>
                <a:cubicBezTo>
                  <a:pt x="11927" y="19790"/>
                  <a:pt x="12062" y="19306"/>
                  <a:pt x="11889" y="18922"/>
                </a:cubicBezTo>
                <a:cubicBezTo>
                  <a:pt x="11703" y="18510"/>
                  <a:pt x="10939" y="18390"/>
                  <a:pt x="10721" y="17908"/>
                </a:cubicBezTo>
                <a:cubicBezTo>
                  <a:pt x="10503" y="17428"/>
                  <a:pt x="9791" y="15886"/>
                  <a:pt x="9586" y="15400"/>
                </a:cubicBezTo>
                <a:cubicBezTo>
                  <a:pt x="9308" y="14739"/>
                  <a:pt x="9899" y="14201"/>
                  <a:pt x="10759" y="14116"/>
                </a:cubicBezTo>
                <a:cubicBezTo>
                  <a:pt x="16671" y="13522"/>
                  <a:pt x="17775" y="17037"/>
                  <a:pt x="19789" y="16249"/>
                </a:cubicBezTo>
                <a:cubicBezTo>
                  <a:pt x="21347" y="15640"/>
                  <a:pt x="21030" y="11296"/>
                  <a:pt x="19117" y="7012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0308" tIns="40308" rIns="40308" bIns="40308" numCol="1" anchor="ctr">
            <a:noAutofit/>
          </a:bodyPr>
          <a:lstStyle/>
          <a:p>
            <a:pPr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sz="333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ontrapunkt Bob Bold"/>
              <a:sym typeface="微软雅黑" panose="020B0503020204020204" pitchFamily="34" charset="-122"/>
            </a:endParaRPr>
          </a:p>
        </p:txBody>
      </p:sp>
      <p:sp>
        <p:nvSpPr>
          <p:cNvPr id="98" name="Shape 1693"/>
          <p:cNvSpPr/>
          <p:nvPr/>
        </p:nvSpPr>
        <p:spPr>
          <a:xfrm>
            <a:off x="2934714" y="5074510"/>
            <a:ext cx="380405" cy="3824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35" y="3821"/>
                </a:moveTo>
                <a:lnTo>
                  <a:pt x="4745" y="3821"/>
                </a:lnTo>
                <a:cubicBezTo>
                  <a:pt x="4832" y="6659"/>
                  <a:pt x="5371" y="8569"/>
                  <a:pt x="6052" y="9978"/>
                </a:cubicBezTo>
                <a:cubicBezTo>
                  <a:pt x="3968" y="8590"/>
                  <a:pt x="2022" y="6988"/>
                  <a:pt x="1735" y="3821"/>
                </a:cubicBezTo>
                <a:close/>
                <a:moveTo>
                  <a:pt x="10800" y="1439"/>
                </a:moveTo>
                <a:cubicBezTo>
                  <a:pt x="14079" y="1438"/>
                  <a:pt x="15359" y="2749"/>
                  <a:pt x="15358" y="3236"/>
                </a:cubicBezTo>
                <a:cubicBezTo>
                  <a:pt x="15358" y="3725"/>
                  <a:pt x="14080" y="5035"/>
                  <a:pt x="10800" y="5038"/>
                </a:cubicBezTo>
                <a:cubicBezTo>
                  <a:pt x="7521" y="5035"/>
                  <a:pt x="6242" y="3725"/>
                  <a:pt x="6242" y="3236"/>
                </a:cubicBezTo>
                <a:cubicBezTo>
                  <a:pt x="6241" y="2749"/>
                  <a:pt x="7521" y="1438"/>
                  <a:pt x="10800" y="1439"/>
                </a:cubicBezTo>
                <a:close/>
                <a:moveTo>
                  <a:pt x="15548" y="9978"/>
                </a:moveTo>
                <a:cubicBezTo>
                  <a:pt x="16230" y="8569"/>
                  <a:pt x="16768" y="6659"/>
                  <a:pt x="16855" y="3821"/>
                </a:cubicBezTo>
                <a:lnTo>
                  <a:pt x="19866" y="3821"/>
                </a:lnTo>
                <a:cubicBezTo>
                  <a:pt x="19580" y="6988"/>
                  <a:pt x="17632" y="8590"/>
                  <a:pt x="15548" y="9978"/>
                </a:cubicBezTo>
                <a:close/>
                <a:moveTo>
                  <a:pt x="12216" y="15911"/>
                </a:moveTo>
                <a:cubicBezTo>
                  <a:pt x="12216" y="14207"/>
                  <a:pt x="13537" y="13266"/>
                  <a:pt x="15690" y="11871"/>
                </a:cubicBezTo>
                <a:cubicBezTo>
                  <a:pt x="18323" y="10163"/>
                  <a:pt x="21600" y="8040"/>
                  <a:pt x="21600" y="2998"/>
                </a:cubicBezTo>
                <a:cubicBezTo>
                  <a:pt x="21600" y="2544"/>
                  <a:pt x="21220" y="2177"/>
                  <a:pt x="20750" y="2177"/>
                </a:cubicBezTo>
                <a:lnTo>
                  <a:pt x="16635" y="2177"/>
                </a:lnTo>
                <a:cubicBezTo>
                  <a:pt x="16053" y="1125"/>
                  <a:pt x="14320" y="0"/>
                  <a:pt x="10800" y="0"/>
                </a:cubicBezTo>
                <a:cubicBezTo>
                  <a:pt x="7281" y="0"/>
                  <a:pt x="5547" y="1125"/>
                  <a:pt x="4966" y="2177"/>
                </a:cubicBezTo>
                <a:lnTo>
                  <a:pt x="850" y="2177"/>
                </a:lnTo>
                <a:cubicBezTo>
                  <a:pt x="380" y="2177"/>
                  <a:pt x="0" y="2544"/>
                  <a:pt x="0" y="2998"/>
                </a:cubicBezTo>
                <a:cubicBezTo>
                  <a:pt x="0" y="8040"/>
                  <a:pt x="3277" y="10163"/>
                  <a:pt x="5912" y="11871"/>
                </a:cubicBezTo>
                <a:cubicBezTo>
                  <a:pt x="8065" y="13266"/>
                  <a:pt x="9384" y="14207"/>
                  <a:pt x="9384" y="15911"/>
                </a:cubicBezTo>
                <a:lnTo>
                  <a:pt x="9384" y="17450"/>
                </a:lnTo>
                <a:cubicBezTo>
                  <a:pt x="7122" y="17696"/>
                  <a:pt x="5461" y="18514"/>
                  <a:pt x="5461" y="19487"/>
                </a:cubicBezTo>
                <a:cubicBezTo>
                  <a:pt x="5461" y="20654"/>
                  <a:pt x="7851" y="21600"/>
                  <a:pt x="10800" y="21600"/>
                </a:cubicBezTo>
                <a:cubicBezTo>
                  <a:pt x="13749" y="21600"/>
                  <a:pt x="16139" y="20654"/>
                  <a:pt x="16139" y="19487"/>
                </a:cubicBezTo>
                <a:cubicBezTo>
                  <a:pt x="16139" y="18514"/>
                  <a:pt x="14478" y="17696"/>
                  <a:pt x="12216" y="17450"/>
                </a:cubicBezTo>
                <a:cubicBezTo>
                  <a:pt x="12216" y="17450"/>
                  <a:pt x="12216" y="15911"/>
                  <a:pt x="12216" y="15911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0308" tIns="40308" rIns="40308" bIns="40308" numCol="1" anchor="ctr">
            <a:noAutofit/>
          </a:bodyPr>
          <a:lstStyle/>
          <a:p>
            <a:pPr>
              <a:defRPr sz="3100" b="1">
                <a:latin typeface="Kontrapunkt Bob Bold"/>
                <a:ea typeface="Kontrapunkt Bob Bold"/>
                <a:cs typeface="Kontrapunkt Bob Bold"/>
                <a:sym typeface="Kontrapunkt Bob Bold"/>
              </a:defRPr>
            </a:pPr>
            <a:endParaRPr sz="333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Kontrapunkt Bob Bold"/>
              <a:sym typeface="微软雅黑" panose="020B0503020204020204" pitchFamily="34" charset="-122"/>
            </a:endParaRPr>
          </a:p>
        </p:txBody>
      </p:sp>
      <p:sp>
        <p:nvSpPr>
          <p:cNvPr id="99" name="TextBox 23"/>
          <p:cNvSpPr txBox="1"/>
          <p:nvPr/>
        </p:nvSpPr>
        <p:spPr>
          <a:xfrm>
            <a:off x="4634553" y="2798210"/>
            <a:ext cx="1947968" cy="225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45235"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添加标题</a:t>
            </a:r>
            <a:endParaRPr lang="en-GB" altLang="zh-CN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0" name="TextBox 24"/>
          <p:cNvSpPr txBox="1"/>
          <p:nvPr/>
        </p:nvSpPr>
        <p:spPr>
          <a:xfrm>
            <a:off x="4634553" y="3412703"/>
            <a:ext cx="1947968" cy="225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45235"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添加标题</a:t>
            </a:r>
            <a:endParaRPr lang="en-GB" altLang="zh-CN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1" name="TextBox 25"/>
          <p:cNvSpPr txBox="1"/>
          <p:nvPr/>
        </p:nvSpPr>
        <p:spPr>
          <a:xfrm>
            <a:off x="4634553" y="4051007"/>
            <a:ext cx="1947968" cy="225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45235"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添加标题</a:t>
            </a:r>
            <a:endParaRPr lang="en-GB" altLang="zh-CN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2" name="TextBox 26"/>
          <p:cNvSpPr txBox="1"/>
          <p:nvPr/>
        </p:nvSpPr>
        <p:spPr>
          <a:xfrm>
            <a:off x="4634553" y="4665503"/>
            <a:ext cx="1947968" cy="2257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45235">
              <a:defRPr/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添加标题</a:t>
            </a:r>
            <a:endParaRPr lang="en-GB" altLang="zh-CN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3" name="TextBox 27"/>
          <p:cNvSpPr txBox="1"/>
          <p:nvPr/>
        </p:nvSpPr>
        <p:spPr>
          <a:xfrm>
            <a:off x="6383228" y="1880650"/>
            <a:ext cx="2951099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6660">
              <a:lnSpc>
                <a:spcPts val="19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请在此处添加具体内容，请言简意赅，简单说明即可，不必繁琐。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4" name="TextBox 28"/>
          <p:cNvSpPr txBox="1"/>
          <p:nvPr/>
        </p:nvSpPr>
        <p:spPr>
          <a:xfrm>
            <a:off x="7939400" y="2949946"/>
            <a:ext cx="2951099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6660">
              <a:lnSpc>
                <a:spcPts val="19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请在此处添加具体内容，请言简意赅，简单说明即可，不必繁琐。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5" name="TextBox 29"/>
          <p:cNvSpPr txBox="1"/>
          <p:nvPr/>
        </p:nvSpPr>
        <p:spPr>
          <a:xfrm>
            <a:off x="7935480" y="4254079"/>
            <a:ext cx="2951099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6660">
              <a:lnSpc>
                <a:spcPts val="19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请在此处添加具体内容，请言简意赅，简单说明即可，不必繁琐。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6" name="TextBox 30"/>
          <p:cNvSpPr txBox="1"/>
          <p:nvPr/>
        </p:nvSpPr>
        <p:spPr>
          <a:xfrm>
            <a:off x="6387728" y="5333454"/>
            <a:ext cx="2980273" cy="4873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6660">
              <a:lnSpc>
                <a:spcPts val="19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请在此处添加具体内容，请言简意赅，简单说明即可，不必繁琐。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7" name="Text Placeholder 2"/>
          <p:cNvSpPr txBox="1"/>
          <p:nvPr/>
        </p:nvSpPr>
        <p:spPr>
          <a:xfrm>
            <a:off x="1377137" y="2067466"/>
            <a:ext cx="820035" cy="777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0" tIns="48369" rIns="0" bIns="48369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5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endParaRPr lang="en-GB" sz="25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8" name="Text Placeholder 2"/>
          <p:cNvSpPr txBox="1"/>
          <p:nvPr/>
        </p:nvSpPr>
        <p:spPr>
          <a:xfrm>
            <a:off x="1380032" y="3007770"/>
            <a:ext cx="820035" cy="777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0" tIns="48369" rIns="0" bIns="48369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5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endParaRPr lang="en-GB" sz="25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9" name="Text Placeholder 2"/>
          <p:cNvSpPr txBox="1"/>
          <p:nvPr/>
        </p:nvSpPr>
        <p:spPr>
          <a:xfrm>
            <a:off x="1365889" y="3947664"/>
            <a:ext cx="820035" cy="7776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lIns="0" tIns="48369" rIns="0" bIns="48369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 baseline="0">
                <a:solidFill>
                  <a:schemeClr val="accent1"/>
                </a:solidFill>
                <a:latin typeface="+mn-ea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5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endParaRPr lang="en-GB" sz="25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0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10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"/>
                                        <p:tgtEl>
                                          <p:spTgt spid="10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 animBg="1" build="p"/>
      <p:bldP spid="108" grpId="0" animBg="1" build="p"/>
      <p:bldP spid="109" grpId="0" animBg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95"/>
          <p:cNvGrpSpPr/>
          <p:nvPr/>
        </p:nvGrpSpPr>
        <p:grpSpPr>
          <a:xfrm>
            <a:off x="3643224" y="1520867"/>
            <a:ext cx="4776029" cy="5337133"/>
            <a:chOff x="2743200" y="950912"/>
            <a:chExt cx="3581400" cy="3754438"/>
          </a:xfrm>
        </p:grpSpPr>
        <p:sp>
          <p:nvSpPr>
            <p:cNvPr id="7" name="Freeform 6"/>
            <p:cNvSpPr/>
            <p:nvPr/>
          </p:nvSpPr>
          <p:spPr bwMode="auto">
            <a:xfrm>
              <a:off x="2743200" y="950912"/>
              <a:ext cx="3581400" cy="3754438"/>
            </a:xfrm>
            <a:custGeom>
              <a:avLst/>
              <a:gdLst/>
              <a:ahLst/>
              <a:cxnLst>
                <a:cxn ang="0">
                  <a:pos x="534" y="1813"/>
                </a:cxn>
                <a:cxn ang="0">
                  <a:pos x="439" y="1553"/>
                </a:cxn>
                <a:cxn ang="0">
                  <a:pos x="148" y="1532"/>
                </a:cxn>
                <a:cxn ang="0">
                  <a:pos x="135" y="1370"/>
                </a:cxn>
                <a:cxn ang="0">
                  <a:pos x="109" y="1290"/>
                </a:cxn>
                <a:cxn ang="0">
                  <a:pos x="109" y="1154"/>
                </a:cxn>
                <a:cxn ang="0">
                  <a:pos x="5" y="1059"/>
                </a:cxn>
                <a:cxn ang="0">
                  <a:pos x="136" y="870"/>
                </a:cxn>
                <a:cxn ang="0">
                  <a:pos x="343" y="190"/>
                </a:cxn>
                <a:cxn ang="0">
                  <a:pos x="1150" y="116"/>
                </a:cxn>
                <a:cxn ang="0">
                  <a:pos x="1461" y="453"/>
                </a:cxn>
                <a:cxn ang="0">
                  <a:pos x="1451" y="937"/>
                </a:cxn>
                <a:cxn ang="0">
                  <a:pos x="1173" y="1321"/>
                </a:cxn>
                <a:cxn ang="0">
                  <a:pos x="1301" y="1807"/>
                </a:cxn>
                <a:cxn ang="0">
                  <a:pos x="534" y="1813"/>
                </a:cxn>
              </a:cxnLst>
              <a:rect l="0" t="0" r="r" b="b"/>
              <a:pathLst>
                <a:path w="1522" h="1813">
                  <a:moveTo>
                    <a:pt x="534" y="1813"/>
                  </a:moveTo>
                  <a:cubicBezTo>
                    <a:pt x="534" y="1813"/>
                    <a:pt x="464" y="1592"/>
                    <a:pt x="439" y="1553"/>
                  </a:cubicBezTo>
                  <a:cubicBezTo>
                    <a:pt x="413" y="1514"/>
                    <a:pt x="212" y="1576"/>
                    <a:pt x="148" y="1532"/>
                  </a:cubicBezTo>
                  <a:cubicBezTo>
                    <a:pt x="83" y="1489"/>
                    <a:pt x="135" y="1370"/>
                    <a:pt x="135" y="1370"/>
                  </a:cubicBezTo>
                  <a:cubicBezTo>
                    <a:pt x="135" y="1370"/>
                    <a:pt x="32" y="1362"/>
                    <a:pt x="109" y="1290"/>
                  </a:cubicBezTo>
                  <a:cubicBezTo>
                    <a:pt x="32" y="1272"/>
                    <a:pt x="117" y="1182"/>
                    <a:pt x="109" y="1154"/>
                  </a:cubicBezTo>
                  <a:cubicBezTo>
                    <a:pt x="47" y="1144"/>
                    <a:pt x="0" y="1100"/>
                    <a:pt x="5" y="1059"/>
                  </a:cubicBezTo>
                  <a:cubicBezTo>
                    <a:pt x="11" y="1018"/>
                    <a:pt x="154" y="906"/>
                    <a:pt x="136" y="870"/>
                  </a:cubicBezTo>
                  <a:cubicBezTo>
                    <a:pt x="118" y="834"/>
                    <a:pt x="8" y="466"/>
                    <a:pt x="343" y="190"/>
                  </a:cubicBezTo>
                  <a:cubicBezTo>
                    <a:pt x="553" y="18"/>
                    <a:pt x="897" y="0"/>
                    <a:pt x="1150" y="116"/>
                  </a:cubicBezTo>
                  <a:cubicBezTo>
                    <a:pt x="1301" y="185"/>
                    <a:pt x="1415" y="320"/>
                    <a:pt x="1461" y="453"/>
                  </a:cubicBezTo>
                  <a:cubicBezTo>
                    <a:pt x="1517" y="612"/>
                    <a:pt x="1522" y="801"/>
                    <a:pt x="1451" y="937"/>
                  </a:cubicBezTo>
                  <a:cubicBezTo>
                    <a:pt x="1363" y="1106"/>
                    <a:pt x="1187" y="1215"/>
                    <a:pt x="1173" y="1321"/>
                  </a:cubicBezTo>
                  <a:cubicBezTo>
                    <a:pt x="1147" y="1514"/>
                    <a:pt x="1301" y="1807"/>
                    <a:pt x="1301" y="1807"/>
                  </a:cubicBezTo>
                  <a:lnTo>
                    <a:pt x="534" y="1813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8" name="Freeform 265"/>
            <p:cNvSpPr/>
            <p:nvPr/>
          </p:nvSpPr>
          <p:spPr bwMode="auto">
            <a:xfrm>
              <a:off x="3276600" y="1179512"/>
              <a:ext cx="1296988" cy="1298575"/>
            </a:xfrm>
            <a:custGeom>
              <a:avLst/>
              <a:gdLst/>
              <a:ahLst/>
              <a:cxnLst>
                <a:cxn ang="0">
                  <a:pos x="748" y="622"/>
                </a:cxn>
                <a:cxn ang="0">
                  <a:pos x="748" y="622"/>
                </a:cxn>
                <a:cxn ang="0">
                  <a:pos x="748" y="0"/>
                </a:cxn>
                <a:cxn ang="0">
                  <a:pos x="718" y="21"/>
                </a:cxn>
                <a:cxn ang="0">
                  <a:pos x="680" y="82"/>
                </a:cxn>
                <a:cxn ang="0">
                  <a:pos x="606" y="94"/>
                </a:cxn>
                <a:cxn ang="0">
                  <a:pos x="552" y="47"/>
                </a:cxn>
                <a:cxn ang="0">
                  <a:pos x="494" y="66"/>
                </a:cxn>
                <a:cxn ang="0">
                  <a:pos x="478" y="135"/>
                </a:cxn>
                <a:cxn ang="0">
                  <a:pos x="411" y="169"/>
                </a:cxn>
                <a:cxn ang="0">
                  <a:pos x="345" y="142"/>
                </a:cxn>
                <a:cxn ang="0">
                  <a:pos x="296" y="177"/>
                </a:cxn>
                <a:cxn ang="0">
                  <a:pos x="302" y="249"/>
                </a:cxn>
                <a:cxn ang="0">
                  <a:pos x="249" y="302"/>
                </a:cxn>
                <a:cxn ang="0">
                  <a:pos x="177" y="296"/>
                </a:cxn>
                <a:cxn ang="0">
                  <a:pos x="142" y="345"/>
                </a:cxn>
                <a:cxn ang="0">
                  <a:pos x="169" y="411"/>
                </a:cxn>
                <a:cxn ang="0">
                  <a:pos x="135" y="478"/>
                </a:cxn>
                <a:cxn ang="0">
                  <a:pos x="65" y="494"/>
                </a:cxn>
                <a:cxn ang="0">
                  <a:pos x="47" y="552"/>
                </a:cxn>
                <a:cxn ang="0">
                  <a:pos x="94" y="606"/>
                </a:cxn>
                <a:cxn ang="0">
                  <a:pos x="82" y="680"/>
                </a:cxn>
                <a:cxn ang="0">
                  <a:pos x="21" y="718"/>
                </a:cxn>
                <a:cxn ang="0">
                  <a:pos x="0" y="748"/>
                </a:cxn>
                <a:cxn ang="0">
                  <a:pos x="622" y="748"/>
                </a:cxn>
                <a:cxn ang="0">
                  <a:pos x="748" y="622"/>
                </a:cxn>
              </a:cxnLst>
              <a:rect l="0" t="0" r="r" b="b"/>
              <a:pathLst>
                <a:path w="748" h="748">
                  <a:moveTo>
                    <a:pt x="748" y="622"/>
                  </a:moveTo>
                  <a:cubicBezTo>
                    <a:pt x="748" y="622"/>
                    <a:pt x="748" y="622"/>
                    <a:pt x="748" y="622"/>
                  </a:cubicBezTo>
                  <a:cubicBezTo>
                    <a:pt x="748" y="0"/>
                    <a:pt x="748" y="0"/>
                    <a:pt x="748" y="0"/>
                  </a:cubicBezTo>
                  <a:cubicBezTo>
                    <a:pt x="737" y="0"/>
                    <a:pt x="726" y="7"/>
                    <a:pt x="718" y="21"/>
                  </a:cubicBezTo>
                  <a:cubicBezTo>
                    <a:pt x="680" y="82"/>
                    <a:pt x="680" y="82"/>
                    <a:pt x="680" y="82"/>
                  </a:cubicBezTo>
                  <a:cubicBezTo>
                    <a:pt x="664" y="109"/>
                    <a:pt x="630" y="115"/>
                    <a:pt x="606" y="94"/>
                  </a:cubicBezTo>
                  <a:cubicBezTo>
                    <a:pt x="552" y="47"/>
                    <a:pt x="552" y="47"/>
                    <a:pt x="552" y="47"/>
                  </a:cubicBezTo>
                  <a:cubicBezTo>
                    <a:pt x="527" y="26"/>
                    <a:pt x="502" y="34"/>
                    <a:pt x="494" y="66"/>
                  </a:cubicBezTo>
                  <a:cubicBezTo>
                    <a:pt x="478" y="135"/>
                    <a:pt x="478" y="135"/>
                    <a:pt x="478" y="135"/>
                  </a:cubicBezTo>
                  <a:cubicBezTo>
                    <a:pt x="471" y="167"/>
                    <a:pt x="440" y="182"/>
                    <a:pt x="411" y="169"/>
                  </a:cubicBezTo>
                  <a:cubicBezTo>
                    <a:pt x="345" y="142"/>
                    <a:pt x="345" y="142"/>
                    <a:pt x="345" y="142"/>
                  </a:cubicBezTo>
                  <a:cubicBezTo>
                    <a:pt x="315" y="129"/>
                    <a:pt x="293" y="145"/>
                    <a:pt x="296" y="177"/>
                  </a:cubicBezTo>
                  <a:cubicBezTo>
                    <a:pt x="302" y="249"/>
                    <a:pt x="302" y="249"/>
                    <a:pt x="302" y="249"/>
                  </a:cubicBezTo>
                  <a:cubicBezTo>
                    <a:pt x="305" y="281"/>
                    <a:pt x="281" y="305"/>
                    <a:pt x="249" y="302"/>
                  </a:cubicBezTo>
                  <a:cubicBezTo>
                    <a:pt x="177" y="296"/>
                    <a:pt x="177" y="296"/>
                    <a:pt x="177" y="296"/>
                  </a:cubicBezTo>
                  <a:cubicBezTo>
                    <a:pt x="145" y="293"/>
                    <a:pt x="129" y="315"/>
                    <a:pt x="142" y="345"/>
                  </a:cubicBezTo>
                  <a:cubicBezTo>
                    <a:pt x="169" y="411"/>
                    <a:pt x="169" y="411"/>
                    <a:pt x="169" y="411"/>
                  </a:cubicBezTo>
                  <a:cubicBezTo>
                    <a:pt x="182" y="441"/>
                    <a:pt x="166" y="471"/>
                    <a:pt x="135" y="478"/>
                  </a:cubicBezTo>
                  <a:cubicBezTo>
                    <a:pt x="65" y="494"/>
                    <a:pt x="65" y="494"/>
                    <a:pt x="65" y="494"/>
                  </a:cubicBezTo>
                  <a:cubicBezTo>
                    <a:pt x="34" y="502"/>
                    <a:pt x="26" y="528"/>
                    <a:pt x="47" y="552"/>
                  </a:cubicBezTo>
                  <a:cubicBezTo>
                    <a:pt x="94" y="606"/>
                    <a:pt x="94" y="606"/>
                    <a:pt x="94" y="606"/>
                  </a:cubicBezTo>
                  <a:cubicBezTo>
                    <a:pt x="115" y="630"/>
                    <a:pt x="109" y="664"/>
                    <a:pt x="82" y="680"/>
                  </a:cubicBezTo>
                  <a:cubicBezTo>
                    <a:pt x="21" y="718"/>
                    <a:pt x="21" y="718"/>
                    <a:pt x="21" y="718"/>
                  </a:cubicBezTo>
                  <a:cubicBezTo>
                    <a:pt x="7" y="726"/>
                    <a:pt x="0" y="737"/>
                    <a:pt x="0" y="748"/>
                  </a:cubicBezTo>
                  <a:cubicBezTo>
                    <a:pt x="622" y="748"/>
                    <a:pt x="622" y="748"/>
                    <a:pt x="622" y="748"/>
                  </a:cubicBezTo>
                  <a:cubicBezTo>
                    <a:pt x="622" y="678"/>
                    <a:pt x="678" y="622"/>
                    <a:pt x="748" y="622"/>
                  </a:cubicBezTo>
                </a:path>
              </a:pathLst>
            </a:custGeom>
            <a:blipFill>
              <a:blip r:embed="rId1" cstate="print"/>
              <a:srcRect/>
              <a:stretch>
                <a:fillRect/>
              </a:stretch>
            </a:blipFill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9" name="Freeform 266"/>
            <p:cNvSpPr/>
            <p:nvPr/>
          </p:nvSpPr>
          <p:spPr bwMode="auto">
            <a:xfrm>
              <a:off x="3276600" y="2478087"/>
              <a:ext cx="1296988" cy="1296988"/>
            </a:xfrm>
            <a:custGeom>
              <a:avLst/>
              <a:gdLst/>
              <a:ahLst/>
              <a:cxnLst>
                <a:cxn ang="0">
                  <a:pos x="748" y="126"/>
                </a:cxn>
                <a:cxn ang="0">
                  <a:pos x="748" y="126"/>
                </a:cxn>
                <a:cxn ang="0">
                  <a:pos x="622" y="0"/>
                </a:cxn>
                <a:cxn ang="0">
                  <a:pos x="622" y="0"/>
                </a:cxn>
                <a:cxn ang="0">
                  <a:pos x="0" y="0"/>
                </a:cxn>
                <a:cxn ang="0">
                  <a:pos x="21" y="30"/>
                </a:cxn>
                <a:cxn ang="0">
                  <a:pos x="82" y="67"/>
                </a:cxn>
                <a:cxn ang="0">
                  <a:pos x="94" y="141"/>
                </a:cxn>
                <a:cxn ang="0">
                  <a:pos x="47" y="196"/>
                </a:cxn>
                <a:cxn ang="0">
                  <a:pos x="65" y="253"/>
                </a:cxn>
                <a:cxn ang="0">
                  <a:pos x="135" y="270"/>
                </a:cxn>
                <a:cxn ang="0">
                  <a:pos x="169" y="337"/>
                </a:cxn>
                <a:cxn ang="0">
                  <a:pos x="142" y="403"/>
                </a:cxn>
                <a:cxn ang="0">
                  <a:pos x="177" y="452"/>
                </a:cxn>
                <a:cxn ang="0">
                  <a:pos x="249" y="446"/>
                </a:cxn>
                <a:cxn ang="0">
                  <a:pos x="302" y="499"/>
                </a:cxn>
                <a:cxn ang="0">
                  <a:pos x="296" y="570"/>
                </a:cxn>
                <a:cxn ang="0">
                  <a:pos x="345" y="606"/>
                </a:cxn>
                <a:cxn ang="0">
                  <a:pos x="411" y="578"/>
                </a:cxn>
                <a:cxn ang="0">
                  <a:pos x="478" y="612"/>
                </a:cxn>
                <a:cxn ang="0">
                  <a:pos x="494" y="682"/>
                </a:cxn>
                <a:cxn ang="0">
                  <a:pos x="552" y="701"/>
                </a:cxn>
                <a:cxn ang="0">
                  <a:pos x="606" y="654"/>
                </a:cxn>
                <a:cxn ang="0">
                  <a:pos x="680" y="666"/>
                </a:cxn>
                <a:cxn ang="0">
                  <a:pos x="718" y="727"/>
                </a:cxn>
                <a:cxn ang="0">
                  <a:pos x="748" y="748"/>
                </a:cxn>
                <a:cxn ang="0">
                  <a:pos x="748" y="126"/>
                </a:cxn>
              </a:cxnLst>
              <a:rect l="0" t="0" r="r" b="b"/>
              <a:pathLst>
                <a:path w="748" h="748">
                  <a:moveTo>
                    <a:pt x="748" y="126"/>
                  </a:moveTo>
                  <a:cubicBezTo>
                    <a:pt x="748" y="126"/>
                    <a:pt x="748" y="126"/>
                    <a:pt x="748" y="126"/>
                  </a:cubicBezTo>
                  <a:cubicBezTo>
                    <a:pt x="678" y="126"/>
                    <a:pt x="622" y="69"/>
                    <a:pt x="622" y="0"/>
                  </a:cubicBezTo>
                  <a:cubicBezTo>
                    <a:pt x="622" y="0"/>
                    <a:pt x="622" y="0"/>
                    <a:pt x="62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"/>
                    <a:pt x="7" y="22"/>
                    <a:pt x="21" y="30"/>
                  </a:cubicBezTo>
                  <a:cubicBezTo>
                    <a:pt x="82" y="67"/>
                    <a:pt x="82" y="67"/>
                    <a:pt x="82" y="67"/>
                  </a:cubicBezTo>
                  <a:cubicBezTo>
                    <a:pt x="109" y="84"/>
                    <a:pt x="115" y="117"/>
                    <a:pt x="94" y="141"/>
                  </a:cubicBezTo>
                  <a:cubicBezTo>
                    <a:pt x="47" y="196"/>
                    <a:pt x="47" y="196"/>
                    <a:pt x="47" y="196"/>
                  </a:cubicBezTo>
                  <a:cubicBezTo>
                    <a:pt x="26" y="220"/>
                    <a:pt x="34" y="246"/>
                    <a:pt x="65" y="253"/>
                  </a:cubicBezTo>
                  <a:cubicBezTo>
                    <a:pt x="135" y="270"/>
                    <a:pt x="135" y="270"/>
                    <a:pt x="135" y="270"/>
                  </a:cubicBezTo>
                  <a:cubicBezTo>
                    <a:pt x="166" y="277"/>
                    <a:pt x="182" y="307"/>
                    <a:pt x="169" y="33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29" y="432"/>
                    <a:pt x="145" y="454"/>
                    <a:pt x="177" y="452"/>
                  </a:cubicBezTo>
                  <a:cubicBezTo>
                    <a:pt x="249" y="446"/>
                    <a:pt x="249" y="446"/>
                    <a:pt x="249" y="446"/>
                  </a:cubicBezTo>
                  <a:cubicBezTo>
                    <a:pt x="281" y="443"/>
                    <a:pt x="305" y="467"/>
                    <a:pt x="302" y="499"/>
                  </a:cubicBezTo>
                  <a:cubicBezTo>
                    <a:pt x="296" y="570"/>
                    <a:pt x="296" y="570"/>
                    <a:pt x="296" y="570"/>
                  </a:cubicBezTo>
                  <a:cubicBezTo>
                    <a:pt x="293" y="602"/>
                    <a:pt x="315" y="618"/>
                    <a:pt x="345" y="606"/>
                  </a:cubicBezTo>
                  <a:cubicBezTo>
                    <a:pt x="411" y="578"/>
                    <a:pt x="411" y="578"/>
                    <a:pt x="411" y="578"/>
                  </a:cubicBezTo>
                  <a:cubicBezTo>
                    <a:pt x="440" y="566"/>
                    <a:pt x="471" y="581"/>
                    <a:pt x="478" y="612"/>
                  </a:cubicBezTo>
                  <a:cubicBezTo>
                    <a:pt x="494" y="682"/>
                    <a:pt x="494" y="682"/>
                    <a:pt x="494" y="682"/>
                  </a:cubicBezTo>
                  <a:cubicBezTo>
                    <a:pt x="502" y="713"/>
                    <a:pt x="527" y="722"/>
                    <a:pt x="552" y="701"/>
                  </a:cubicBezTo>
                  <a:cubicBezTo>
                    <a:pt x="606" y="654"/>
                    <a:pt x="606" y="654"/>
                    <a:pt x="606" y="654"/>
                  </a:cubicBezTo>
                  <a:cubicBezTo>
                    <a:pt x="630" y="633"/>
                    <a:pt x="664" y="638"/>
                    <a:pt x="680" y="666"/>
                  </a:cubicBezTo>
                  <a:cubicBezTo>
                    <a:pt x="718" y="727"/>
                    <a:pt x="718" y="727"/>
                    <a:pt x="718" y="727"/>
                  </a:cubicBezTo>
                  <a:cubicBezTo>
                    <a:pt x="726" y="741"/>
                    <a:pt x="737" y="748"/>
                    <a:pt x="748" y="748"/>
                  </a:cubicBezTo>
                  <a:cubicBezTo>
                    <a:pt x="748" y="126"/>
                    <a:pt x="748" y="126"/>
                    <a:pt x="748" y="126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0" name="Freeform 267"/>
            <p:cNvSpPr/>
            <p:nvPr/>
          </p:nvSpPr>
          <p:spPr bwMode="auto">
            <a:xfrm>
              <a:off x="4573588" y="1179512"/>
              <a:ext cx="1298575" cy="1298575"/>
            </a:xfrm>
            <a:custGeom>
              <a:avLst/>
              <a:gdLst/>
              <a:ahLst/>
              <a:cxnLst>
                <a:cxn ang="0">
                  <a:pos x="727" y="718"/>
                </a:cxn>
                <a:cxn ang="0">
                  <a:pos x="666" y="680"/>
                </a:cxn>
                <a:cxn ang="0">
                  <a:pos x="654" y="606"/>
                </a:cxn>
                <a:cxn ang="0">
                  <a:pos x="701" y="552"/>
                </a:cxn>
                <a:cxn ang="0">
                  <a:pos x="682" y="494"/>
                </a:cxn>
                <a:cxn ang="0">
                  <a:pos x="612" y="478"/>
                </a:cxn>
                <a:cxn ang="0">
                  <a:pos x="578" y="411"/>
                </a:cxn>
                <a:cxn ang="0">
                  <a:pos x="606" y="345"/>
                </a:cxn>
                <a:cxn ang="0">
                  <a:pos x="570" y="296"/>
                </a:cxn>
                <a:cxn ang="0">
                  <a:pos x="499" y="302"/>
                </a:cxn>
                <a:cxn ang="0">
                  <a:pos x="446" y="249"/>
                </a:cxn>
                <a:cxn ang="0">
                  <a:pos x="452" y="177"/>
                </a:cxn>
                <a:cxn ang="0">
                  <a:pos x="403" y="142"/>
                </a:cxn>
                <a:cxn ang="0">
                  <a:pos x="337" y="169"/>
                </a:cxn>
                <a:cxn ang="0">
                  <a:pos x="270" y="135"/>
                </a:cxn>
                <a:cxn ang="0">
                  <a:pos x="253" y="66"/>
                </a:cxn>
                <a:cxn ang="0">
                  <a:pos x="196" y="47"/>
                </a:cxn>
                <a:cxn ang="0">
                  <a:pos x="141" y="94"/>
                </a:cxn>
                <a:cxn ang="0">
                  <a:pos x="67" y="82"/>
                </a:cxn>
                <a:cxn ang="0">
                  <a:pos x="30" y="21"/>
                </a:cxn>
                <a:cxn ang="0">
                  <a:pos x="0" y="0"/>
                </a:cxn>
                <a:cxn ang="0">
                  <a:pos x="0" y="622"/>
                </a:cxn>
                <a:cxn ang="0">
                  <a:pos x="126" y="748"/>
                </a:cxn>
                <a:cxn ang="0">
                  <a:pos x="748" y="748"/>
                </a:cxn>
                <a:cxn ang="0">
                  <a:pos x="727" y="718"/>
                </a:cxn>
              </a:cxnLst>
              <a:rect l="0" t="0" r="r" b="b"/>
              <a:pathLst>
                <a:path w="748" h="748">
                  <a:moveTo>
                    <a:pt x="727" y="718"/>
                  </a:moveTo>
                  <a:cubicBezTo>
                    <a:pt x="666" y="680"/>
                    <a:pt x="666" y="680"/>
                    <a:pt x="666" y="680"/>
                  </a:cubicBezTo>
                  <a:cubicBezTo>
                    <a:pt x="638" y="664"/>
                    <a:pt x="633" y="630"/>
                    <a:pt x="654" y="606"/>
                  </a:cubicBezTo>
                  <a:cubicBezTo>
                    <a:pt x="701" y="552"/>
                    <a:pt x="701" y="552"/>
                    <a:pt x="701" y="552"/>
                  </a:cubicBezTo>
                  <a:cubicBezTo>
                    <a:pt x="722" y="528"/>
                    <a:pt x="713" y="502"/>
                    <a:pt x="682" y="494"/>
                  </a:cubicBezTo>
                  <a:cubicBezTo>
                    <a:pt x="612" y="478"/>
                    <a:pt x="612" y="478"/>
                    <a:pt x="612" y="478"/>
                  </a:cubicBezTo>
                  <a:cubicBezTo>
                    <a:pt x="581" y="471"/>
                    <a:pt x="566" y="441"/>
                    <a:pt x="578" y="411"/>
                  </a:cubicBezTo>
                  <a:cubicBezTo>
                    <a:pt x="606" y="345"/>
                    <a:pt x="606" y="345"/>
                    <a:pt x="606" y="345"/>
                  </a:cubicBezTo>
                  <a:cubicBezTo>
                    <a:pt x="618" y="315"/>
                    <a:pt x="602" y="293"/>
                    <a:pt x="570" y="296"/>
                  </a:cubicBezTo>
                  <a:cubicBezTo>
                    <a:pt x="499" y="302"/>
                    <a:pt x="499" y="302"/>
                    <a:pt x="499" y="302"/>
                  </a:cubicBezTo>
                  <a:cubicBezTo>
                    <a:pt x="467" y="305"/>
                    <a:pt x="443" y="281"/>
                    <a:pt x="446" y="249"/>
                  </a:cubicBezTo>
                  <a:cubicBezTo>
                    <a:pt x="452" y="177"/>
                    <a:pt x="452" y="177"/>
                    <a:pt x="452" y="177"/>
                  </a:cubicBezTo>
                  <a:cubicBezTo>
                    <a:pt x="454" y="145"/>
                    <a:pt x="432" y="129"/>
                    <a:pt x="403" y="142"/>
                  </a:cubicBezTo>
                  <a:cubicBezTo>
                    <a:pt x="337" y="169"/>
                    <a:pt x="337" y="169"/>
                    <a:pt x="337" y="169"/>
                  </a:cubicBezTo>
                  <a:cubicBezTo>
                    <a:pt x="307" y="182"/>
                    <a:pt x="277" y="167"/>
                    <a:pt x="270" y="135"/>
                  </a:cubicBezTo>
                  <a:cubicBezTo>
                    <a:pt x="253" y="66"/>
                    <a:pt x="253" y="66"/>
                    <a:pt x="253" y="66"/>
                  </a:cubicBezTo>
                  <a:cubicBezTo>
                    <a:pt x="246" y="34"/>
                    <a:pt x="220" y="26"/>
                    <a:pt x="196" y="47"/>
                  </a:cubicBezTo>
                  <a:cubicBezTo>
                    <a:pt x="141" y="94"/>
                    <a:pt x="141" y="94"/>
                    <a:pt x="141" y="94"/>
                  </a:cubicBezTo>
                  <a:cubicBezTo>
                    <a:pt x="117" y="115"/>
                    <a:pt x="84" y="109"/>
                    <a:pt x="67" y="82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22" y="7"/>
                    <a:pt x="11" y="0"/>
                    <a:pt x="0" y="0"/>
                  </a:cubicBezTo>
                  <a:cubicBezTo>
                    <a:pt x="0" y="622"/>
                    <a:pt x="0" y="622"/>
                    <a:pt x="0" y="622"/>
                  </a:cubicBezTo>
                  <a:cubicBezTo>
                    <a:pt x="69" y="622"/>
                    <a:pt x="126" y="678"/>
                    <a:pt x="126" y="748"/>
                  </a:cubicBezTo>
                  <a:cubicBezTo>
                    <a:pt x="748" y="748"/>
                    <a:pt x="748" y="748"/>
                    <a:pt x="748" y="748"/>
                  </a:cubicBezTo>
                  <a:cubicBezTo>
                    <a:pt x="748" y="737"/>
                    <a:pt x="741" y="726"/>
                    <a:pt x="727" y="718"/>
                  </a:cubicBezTo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1" name="Freeform 889"/>
            <p:cNvSpPr/>
            <p:nvPr/>
          </p:nvSpPr>
          <p:spPr bwMode="auto">
            <a:xfrm>
              <a:off x="4573588" y="2478087"/>
              <a:ext cx="1298575" cy="1296988"/>
            </a:xfrm>
            <a:custGeom>
              <a:avLst/>
              <a:gdLst/>
              <a:ahLst/>
              <a:cxnLst>
                <a:cxn ang="0">
                  <a:pos x="612" y="270"/>
                </a:cxn>
                <a:cxn ang="0">
                  <a:pos x="682" y="253"/>
                </a:cxn>
                <a:cxn ang="0">
                  <a:pos x="701" y="196"/>
                </a:cxn>
                <a:cxn ang="0">
                  <a:pos x="654" y="141"/>
                </a:cxn>
                <a:cxn ang="0">
                  <a:pos x="666" y="67"/>
                </a:cxn>
                <a:cxn ang="0">
                  <a:pos x="727" y="30"/>
                </a:cxn>
                <a:cxn ang="0">
                  <a:pos x="748" y="0"/>
                </a:cxn>
                <a:cxn ang="0">
                  <a:pos x="126" y="0"/>
                </a:cxn>
                <a:cxn ang="0">
                  <a:pos x="126" y="0"/>
                </a:cxn>
                <a:cxn ang="0">
                  <a:pos x="0" y="126"/>
                </a:cxn>
                <a:cxn ang="0">
                  <a:pos x="0" y="748"/>
                </a:cxn>
                <a:cxn ang="0">
                  <a:pos x="30" y="727"/>
                </a:cxn>
                <a:cxn ang="0">
                  <a:pos x="67" y="666"/>
                </a:cxn>
                <a:cxn ang="0">
                  <a:pos x="141" y="654"/>
                </a:cxn>
                <a:cxn ang="0">
                  <a:pos x="196" y="701"/>
                </a:cxn>
                <a:cxn ang="0">
                  <a:pos x="253" y="682"/>
                </a:cxn>
                <a:cxn ang="0">
                  <a:pos x="270" y="612"/>
                </a:cxn>
                <a:cxn ang="0">
                  <a:pos x="337" y="578"/>
                </a:cxn>
                <a:cxn ang="0">
                  <a:pos x="403" y="606"/>
                </a:cxn>
                <a:cxn ang="0">
                  <a:pos x="452" y="570"/>
                </a:cxn>
                <a:cxn ang="0">
                  <a:pos x="446" y="499"/>
                </a:cxn>
                <a:cxn ang="0">
                  <a:pos x="499" y="446"/>
                </a:cxn>
                <a:cxn ang="0">
                  <a:pos x="570" y="452"/>
                </a:cxn>
                <a:cxn ang="0">
                  <a:pos x="606" y="403"/>
                </a:cxn>
                <a:cxn ang="0">
                  <a:pos x="578" y="337"/>
                </a:cxn>
                <a:cxn ang="0">
                  <a:pos x="612" y="270"/>
                </a:cxn>
              </a:cxnLst>
              <a:rect l="0" t="0" r="r" b="b"/>
              <a:pathLst>
                <a:path w="748" h="748">
                  <a:moveTo>
                    <a:pt x="612" y="270"/>
                  </a:moveTo>
                  <a:cubicBezTo>
                    <a:pt x="682" y="253"/>
                    <a:pt x="682" y="253"/>
                    <a:pt x="682" y="253"/>
                  </a:cubicBezTo>
                  <a:cubicBezTo>
                    <a:pt x="713" y="246"/>
                    <a:pt x="722" y="220"/>
                    <a:pt x="701" y="196"/>
                  </a:cubicBezTo>
                  <a:cubicBezTo>
                    <a:pt x="654" y="141"/>
                    <a:pt x="654" y="141"/>
                    <a:pt x="654" y="141"/>
                  </a:cubicBezTo>
                  <a:cubicBezTo>
                    <a:pt x="633" y="117"/>
                    <a:pt x="638" y="84"/>
                    <a:pt x="666" y="67"/>
                  </a:cubicBezTo>
                  <a:cubicBezTo>
                    <a:pt x="727" y="30"/>
                    <a:pt x="727" y="30"/>
                    <a:pt x="727" y="30"/>
                  </a:cubicBezTo>
                  <a:cubicBezTo>
                    <a:pt x="741" y="22"/>
                    <a:pt x="748" y="11"/>
                    <a:pt x="748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26" y="69"/>
                    <a:pt x="69" y="126"/>
                    <a:pt x="0" y="126"/>
                  </a:cubicBezTo>
                  <a:cubicBezTo>
                    <a:pt x="0" y="748"/>
                    <a:pt x="0" y="748"/>
                    <a:pt x="0" y="748"/>
                  </a:cubicBezTo>
                  <a:cubicBezTo>
                    <a:pt x="11" y="748"/>
                    <a:pt x="22" y="741"/>
                    <a:pt x="30" y="727"/>
                  </a:cubicBezTo>
                  <a:cubicBezTo>
                    <a:pt x="67" y="666"/>
                    <a:pt x="67" y="666"/>
                    <a:pt x="67" y="666"/>
                  </a:cubicBezTo>
                  <a:cubicBezTo>
                    <a:pt x="84" y="638"/>
                    <a:pt x="117" y="633"/>
                    <a:pt x="141" y="654"/>
                  </a:cubicBezTo>
                  <a:cubicBezTo>
                    <a:pt x="196" y="701"/>
                    <a:pt x="196" y="701"/>
                    <a:pt x="196" y="701"/>
                  </a:cubicBezTo>
                  <a:cubicBezTo>
                    <a:pt x="220" y="722"/>
                    <a:pt x="246" y="713"/>
                    <a:pt x="253" y="682"/>
                  </a:cubicBezTo>
                  <a:cubicBezTo>
                    <a:pt x="270" y="612"/>
                    <a:pt x="270" y="612"/>
                    <a:pt x="270" y="612"/>
                  </a:cubicBezTo>
                  <a:cubicBezTo>
                    <a:pt x="277" y="581"/>
                    <a:pt x="307" y="566"/>
                    <a:pt x="337" y="578"/>
                  </a:cubicBezTo>
                  <a:cubicBezTo>
                    <a:pt x="403" y="606"/>
                    <a:pt x="403" y="606"/>
                    <a:pt x="403" y="606"/>
                  </a:cubicBezTo>
                  <a:cubicBezTo>
                    <a:pt x="432" y="618"/>
                    <a:pt x="454" y="602"/>
                    <a:pt x="452" y="570"/>
                  </a:cubicBezTo>
                  <a:cubicBezTo>
                    <a:pt x="446" y="499"/>
                    <a:pt x="446" y="499"/>
                    <a:pt x="446" y="499"/>
                  </a:cubicBezTo>
                  <a:cubicBezTo>
                    <a:pt x="443" y="467"/>
                    <a:pt x="467" y="443"/>
                    <a:pt x="499" y="446"/>
                  </a:cubicBezTo>
                  <a:cubicBezTo>
                    <a:pt x="570" y="452"/>
                    <a:pt x="570" y="452"/>
                    <a:pt x="570" y="452"/>
                  </a:cubicBezTo>
                  <a:cubicBezTo>
                    <a:pt x="602" y="454"/>
                    <a:pt x="618" y="432"/>
                    <a:pt x="606" y="403"/>
                  </a:cubicBezTo>
                  <a:cubicBezTo>
                    <a:pt x="578" y="337"/>
                    <a:pt x="578" y="337"/>
                    <a:pt x="578" y="337"/>
                  </a:cubicBezTo>
                  <a:cubicBezTo>
                    <a:pt x="566" y="307"/>
                    <a:pt x="581" y="277"/>
                    <a:pt x="612" y="270"/>
                  </a:cubicBezTo>
                </a:path>
              </a:pathLst>
            </a:custGeom>
            <a:blipFill>
              <a:blip r:embed="rId1" cstate="print"/>
              <a:srcRect/>
              <a:stretch>
                <a:fillRect/>
              </a:stretch>
            </a:blipFill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grpSp>
          <p:nvGrpSpPr>
            <p:cNvPr id="12" name="Group 18"/>
            <p:cNvGrpSpPr/>
            <p:nvPr/>
          </p:nvGrpSpPr>
          <p:grpSpPr>
            <a:xfrm>
              <a:off x="3963988" y="1770062"/>
              <a:ext cx="412751" cy="400050"/>
              <a:chOff x="4113213" y="2125663"/>
              <a:chExt cx="412751" cy="400050"/>
            </a:xfrm>
            <a:noFill/>
          </p:grpSpPr>
          <p:sp>
            <p:nvSpPr>
              <p:cNvPr id="55" name="Freeform 442"/>
              <p:cNvSpPr/>
              <p:nvPr/>
            </p:nvSpPr>
            <p:spPr bwMode="auto">
              <a:xfrm>
                <a:off x="4264026" y="2239963"/>
                <a:ext cx="93663" cy="285750"/>
              </a:xfrm>
              <a:custGeom>
                <a:avLst/>
                <a:gdLst/>
                <a:ahLst/>
                <a:cxnLst>
                  <a:cxn ang="0">
                    <a:pos x="0" y="165"/>
                  </a:cxn>
                  <a:cxn ang="0">
                    <a:pos x="54" y="165"/>
                  </a:cxn>
                  <a:cxn ang="0">
                    <a:pos x="54" y="3"/>
                  </a:cxn>
                  <a:cxn ang="0">
                    <a:pos x="46" y="0"/>
                  </a:cxn>
                  <a:cxn ang="0">
                    <a:pos x="0" y="165"/>
                  </a:cxn>
                </a:cxnLst>
                <a:rect l="0" t="0" r="r" b="b"/>
                <a:pathLst>
                  <a:path w="54" h="165">
                    <a:moveTo>
                      <a:pt x="0" y="165"/>
                    </a:moveTo>
                    <a:cubicBezTo>
                      <a:pt x="54" y="165"/>
                      <a:pt x="54" y="165"/>
                      <a:pt x="54" y="165"/>
                    </a:cubicBezTo>
                    <a:cubicBezTo>
                      <a:pt x="54" y="165"/>
                      <a:pt x="26" y="91"/>
                      <a:pt x="54" y="3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6" y="0"/>
                      <a:pt x="8" y="68"/>
                      <a:pt x="0" y="165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6" name="Freeform 443"/>
              <p:cNvSpPr/>
              <p:nvPr/>
            </p:nvSpPr>
            <p:spPr bwMode="auto">
              <a:xfrm>
                <a:off x="4232276" y="2263776"/>
                <a:ext cx="84138" cy="103188"/>
              </a:xfrm>
              <a:custGeom>
                <a:avLst/>
                <a:gdLst/>
                <a:ahLst/>
                <a:cxnLst>
                  <a:cxn ang="0">
                    <a:pos x="49" y="41"/>
                  </a:cxn>
                  <a:cxn ang="0">
                    <a:pos x="5" y="0"/>
                  </a:cxn>
                  <a:cxn ang="0">
                    <a:pos x="0" y="5"/>
                  </a:cxn>
                  <a:cxn ang="0">
                    <a:pos x="46" y="59"/>
                  </a:cxn>
                  <a:cxn ang="0">
                    <a:pos x="49" y="41"/>
                  </a:cxn>
                </a:cxnLst>
                <a:rect l="0" t="0" r="r" b="b"/>
                <a:pathLst>
                  <a:path w="49" h="59">
                    <a:moveTo>
                      <a:pt x="49" y="41"/>
                    </a:moveTo>
                    <a:cubicBezTo>
                      <a:pt x="49" y="41"/>
                      <a:pt x="18" y="26"/>
                      <a:pt x="5" y="0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0" y="5"/>
                      <a:pt x="14" y="41"/>
                      <a:pt x="46" y="59"/>
                    </a:cubicBezTo>
                    <a:cubicBezTo>
                      <a:pt x="49" y="41"/>
                      <a:pt x="49" y="41"/>
                      <a:pt x="49" y="41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7" name="Freeform 444"/>
              <p:cNvSpPr/>
              <p:nvPr/>
            </p:nvSpPr>
            <p:spPr bwMode="auto">
              <a:xfrm>
                <a:off x="4297363" y="2144713"/>
                <a:ext cx="52388" cy="95250"/>
              </a:xfrm>
              <a:custGeom>
                <a:avLst/>
                <a:gdLst/>
                <a:ahLst/>
                <a:cxnLst>
                  <a:cxn ang="0">
                    <a:pos x="1" y="29"/>
                  </a:cxn>
                  <a:cxn ang="0">
                    <a:pos x="13" y="0"/>
                  </a:cxn>
                  <a:cxn ang="0">
                    <a:pos x="29" y="27"/>
                  </a:cxn>
                  <a:cxn ang="0">
                    <a:pos x="17" y="55"/>
                  </a:cxn>
                  <a:cxn ang="0">
                    <a:pos x="1" y="29"/>
                  </a:cxn>
                </a:cxnLst>
                <a:rect l="0" t="0" r="r" b="b"/>
                <a:pathLst>
                  <a:path w="30" h="55">
                    <a:moveTo>
                      <a:pt x="1" y="29"/>
                    </a:moveTo>
                    <a:cubicBezTo>
                      <a:pt x="0" y="14"/>
                      <a:pt x="13" y="0"/>
                      <a:pt x="13" y="0"/>
                    </a:cubicBezTo>
                    <a:cubicBezTo>
                      <a:pt x="13" y="0"/>
                      <a:pt x="28" y="12"/>
                      <a:pt x="29" y="27"/>
                    </a:cubicBezTo>
                    <a:cubicBezTo>
                      <a:pt x="30" y="42"/>
                      <a:pt x="17" y="55"/>
                      <a:pt x="17" y="55"/>
                    </a:cubicBezTo>
                    <a:cubicBezTo>
                      <a:pt x="17" y="55"/>
                      <a:pt x="2" y="44"/>
                      <a:pt x="1" y="29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8" name="Freeform 445"/>
              <p:cNvSpPr/>
              <p:nvPr/>
            </p:nvSpPr>
            <p:spPr bwMode="auto">
              <a:xfrm>
                <a:off x="4359276" y="2351088"/>
                <a:ext cx="57150" cy="55563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2"/>
                  </a:cxn>
                  <a:cxn ang="0">
                    <a:pos x="24" y="8"/>
                  </a:cxn>
                  <a:cxn ang="0">
                    <a:pos x="33" y="30"/>
                  </a:cxn>
                  <a:cxn ang="0">
                    <a:pos x="9" y="24"/>
                  </a:cxn>
                </a:cxnLst>
                <a:rect l="0" t="0" r="r" b="b"/>
                <a:pathLst>
                  <a:path w="33" h="32">
                    <a:moveTo>
                      <a:pt x="9" y="24"/>
                    </a:moveTo>
                    <a:cubicBezTo>
                      <a:pt x="1" y="17"/>
                      <a:pt x="0" y="2"/>
                      <a:pt x="0" y="2"/>
                    </a:cubicBezTo>
                    <a:cubicBezTo>
                      <a:pt x="0" y="2"/>
                      <a:pt x="15" y="0"/>
                      <a:pt x="24" y="8"/>
                    </a:cubicBezTo>
                    <a:cubicBezTo>
                      <a:pt x="32" y="16"/>
                      <a:pt x="33" y="30"/>
                      <a:pt x="33" y="30"/>
                    </a:cubicBezTo>
                    <a:cubicBezTo>
                      <a:pt x="33" y="30"/>
                      <a:pt x="18" y="32"/>
                      <a:pt x="9" y="24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Freeform 446"/>
              <p:cNvSpPr/>
              <p:nvPr/>
            </p:nvSpPr>
            <p:spPr bwMode="auto">
              <a:xfrm>
                <a:off x="4143376" y="2193926"/>
                <a:ext cx="55563" cy="53975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2"/>
                  </a:cxn>
                  <a:cxn ang="0">
                    <a:pos x="23" y="7"/>
                  </a:cxn>
                  <a:cxn ang="0">
                    <a:pos x="32" y="29"/>
                  </a:cxn>
                  <a:cxn ang="0">
                    <a:pos x="9" y="24"/>
                  </a:cxn>
                </a:cxnLst>
                <a:rect l="0" t="0" r="r" b="b"/>
                <a:pathLst>
                  <a:path w="32" h="31">
                    <a:moveTo>
                      <a:pt x="9" y="24"/>
                    </a:moveTo>
                    <a:cubicBezTo>
                      <a:pt x="0" y="16"/>
                      <a:pt x="0" y="2"/>
                      <a:pt x="0" y="2"/>
                    </a:cubicBezTo>
                    <a:cubicBezTo>
                      <a:pt x="0" y="2"/>
                      <a:pt x="14" y="0"/>
                      <a:pt x="23" y="7"/>
                    </a:cubicBezTo>
                    <a:cubicBezTo>
                      <a:pt x="32" y="15"/>
                      <a:pt x="32" y="29"/>
                      <a:pt x="32" y="29"/>
                    </a:cubicBezTo>
                    <a:cubicBezTo>
                      <a:pt x="32" y="29"/>
                      <a:pt x="18" y="31"/>
                      <a:pt x="9" y="24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0" name="Freeform 447"/>
              <p:cNvSpPr/>
              <p:nvPr/>
            </p:nvSpPr>
            <p:spPr bwMode="auto">
              <a:xfrm>
                <a:off x="4352926" y="2154238"/>
                <a:ext cx="52388" cy="66675"/>
              </a:xfrm>
              <a:custGeom>
                <a:avLst/>
                <a:gdLst/>
                <a:ahLst/>
                <a:cxnLst>
                  <a:cxn ang="0">
                    <a:pos x="25" y="24"/>
                  </a:cxn>
                  <a:cxn ang="0">
                    <a:pos x="6" y="38"/>
                  </a:cxn>
                  <a:cxn ang="0">
                    <a:pos x="5" y="14"/>
                  </a:cxn>
                  <a:cxn ang="0">
                    <a:pos x="25" y="0"/>
                  </a:cxn>
                  <a:cxn ang="0">
                    <a:pos x="25" y="24"/>
                  </a:cxn>
                </a:cxnLst>
                <a:rect l="0" t="0" r="r" b="b"/>
                <a:pathLst>
                  <a:path w="30" h="38">
                    <a:moveTo>
                      <a:pt x="25" y="24"/>
                    </a:moveTo>
                    <a:cubicBezTo>
                      <a:pt x="20" y="34"/>
                      <a:pt x="6" y="38"/>
                      <a:pt x="6" y="38"/>
                    </a:cubicBezTo>
                    <a:cubicBezTo>
                      <a:pt x="6" y="38"/>
                      <a:pt x="0" y="24"/>
                      <a:pt x="5" y="14"/>
                    </a:cubicBezTo>
                    <a:cubicBezTo>
                      <a:pt x="11" y="3"/>
                      <a:pt x="25" y="0"/>
                      <a:pt x="25" y="0"/>
                    </a:cubicBezTo>
                    <a:cubicBezTo>
                      <a:pt x="25" y="0"/>
                      <a:pt x="30" y="13"/>
                      <a:pt x="25" y="24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1" name="Freeform 448"/>
              <p:cNvSpPr>
                <a:spLocks noEditPoints="1"/>
              </p:cNvSpPr>
              <p:nvPr/>
            </p:nvSpPr>
            <p:spPr bwMode="auto">
              <a:xfrm>
                <a:off x="4359276" y="2270126"/>
                <a:ext cx="166688" cy="96838"/>
              </a:xfrm>
              <a:custGeom>
                <a:avLst/>
                <a:gdLst/>
                <a:ahLst/>
                <a:cxnLst>
                  <a:cxn ang="0">
                    <a:pos x="46" y="3"/>
                  </a:cxn>
                  <a:cxn ang="0">
                    <a:pos x="0" y="32"/>
                  </a:cxn>
                  <a:cxn ang="0">
                    <a:pos x="51" y="52"/>
                  </a:cxn>
                  <a:cxn ang="0">
                    <a:pos x="96" y="23"/>
                  </a:cxn>
                  <a:cxn ang="0">
                    <a:pos x="46" y="3"/>
                  </a:cxn>
                  <a:cxn ang="0">
                    <a:pos x="44" y="32"/>
                  </a:cxn>
                  <a:cxn ang="0">
                    <a:pos x="45" y="37"/>
                  </a:cxn>
                  <a:cxn ang="0">
                    <a:pos x="41" y="38"/>
                  </a:cxn>
                  <a:cxn ang="0">
                    <a:pos x="40" y="32"/>
                  </a:cxn>
                  <a:cxn ang="0">
                    <a:pos x="38" y="32"/>
                  </a:cxn>
                  <a:cxn ang="0">
                    <a:pos x="39" y="38"/>
                  </a:cxn>
                  <a:cxn ang="0">
                    <a:pos x="35" y="39"/>
                  </a:cxn>
                  <a:cxn ang="0">
                    <a:pos x="34" y="33"/>
                  </a:cxn>
                  <a:cxn ang="0">
                    <a:pos x="31" y="33"/>
                  </a:cxn>
                  <a:cxn ang="0">
                    <a:pos x="30" y="26"/>
                  </a:cxn>
                  <a:cxn ang="0">
                    <a:pos x="33" y="26"/>
                  </a:cxn>
                  <a:cxn ang="0">
                    <a:pos x="32" y="20"/>
                  </a:cxn>
                  <a:cxn ang="0">
                    <a:pos x="37" y="20"/>
                  </a:cxn>
                  <a:cxn ang="0">
                    <a:pos x="37" y="25"/>
                  </a:cxn>
                  <a:cxn ang="0">
                    <a:pos x="39" y="25"/>
                  </a:cxn>
                  <a:cxn ang="0">
                    <a:pos x="38" y="20"/>
                  </a:cxn>
                  <a:cxn ang="0">
                    <a:pos x="43" y="19"/>
                  </a:cxn>
                  <a:cxn ang="0">
                    <a:pos x="43" y="24"/>
                  </a:cxn>
                  <a:cxn ang="0">
                    <a:pos x="60" y="12"/>
                  </a:cxn>
                  <a:cxn ang="0">
                    <a:pos x="61" y="20"/>
                  </a:cxn>
                  <a:cxn ang="0">
                    <a:pos x="54" y="24"/>
                  </a:cxn>
                  <a:cxn ang="0">
                    <a:pos x="49" y="28"/>
                  </a:cxn>
                  <a:cxn ang="0">
                    <a:pos x="49" y="28"/>
                  </a:cxn>
                  <a:cxn ang="0">
                    <a:pos x="55" y="29"/>
                  </a:cxn>
                  <a:cxn ang="0">
                    <a:pos x="63" y="32"/>
                  </a:cxn>
                  <a:cxn ang="0">
                    <a:pos x="64" y="40"/>
                  </a:cxn>
                  <a:cxn ang="0">
                    <a:pos x="44" y="32"/>
                  </a:cxn>
                </a:cxnLst>
                <a:rect l="0" t="0" r="r" b="b"/>
                <a:pathLst>
                  <a:path w="96" h="55">
                    <a:moveTo>
                      <a:pt x="46" y="3"/>
                    </a:moveTo>
                    <a:cubicBezTo>
                      <a:pt x="19" y="6"/>
                      <a:pt x="0" y="32"/>
                      <a:pt x="0" y="32"/>
                    </a:cubicBezTo>
                    <a:cubicBezTo>
                      <a:pt x="0" y="32"/>
                      <a:pt x="24" y="55"/>
                      <a:pt x="51" y="52"/>
                    </a:cubicBezTo>
                    <a:cubicBezTo>
                      <a:pt x="77" y="49"/>
                      <a:pt x="96" y="23"/>
                      <a:pt x="96" y="23"/>
                    </a:cubicBezTo>
                    <a:cubicBezTo>
                      <a:pt x="96" y="23"/>
                      <a:pt x="72" y="0"/>
                      <a:pt x="46" y="3"/>
                    </a:cubicBezTo>
                    <a:moveTo>
                      <a:pt x="44" y="32"/>
                    </a:moveTo>
                    <a:cubicBezTo>
                      <a:pt x="45" y="37"/>
                      <a:pt x="45" y="37"/>
                      <a:pt x="45" y="37"/>
                    </a:cubicBezTo>
                    <a:cubicBezTo>
                      <a:pt x="41" y="38"/>
                      <a:pt x="41" y="38"/>
                      <a:pt x="41" y="38"/>
                    </a:cubicBezTo>
                    <a:cubicBezTo>
                      <a:pt x="40" y="32"/>
                      <a:pt x="40" y="32"/>
                      <a:pt x="40" y="32"/>
                    </a:cubicBezTo>
                    <a:cubicBezTo>
                      <a:pt x="38" y="32"/>
                      <a:pt x="38" y="32"/>
                      <a:pt x="38" y="32"/>
                    </a:cubicBezTo>
                    <a:cubicBezTo>
                      <a:pt x="39" y="38"/>
                      <a:pt x="39" y="38"/>
                      <a:pt x="39" y="38"/>
                    </a:cubicBezTo>
                    <a:cubicBezTo>
                      <a:pt x="35" y="39"/>
                      <a:pt x="35" y="39"/>
                      <a:pt x="35" y="39"/>
                    </a:cubicBezTo>
                    <a:cubicBezTo>
                      <a:pt x="34" y="33"/>
                      <a:pt x="34" y="33"/>
                      <a:pt x="34" y="33"/>
                    </a:cubicBezTo>
                    <a:cubicBezTo>
                      <a:pt x="31" y="33"/>
                      <a:pt x="31" y="33"/>
                      <a:pt x="31" y="33"/>
                    </a:cubicBezTo>
                    <a:cubicBezTo>
                      <a:pt x="30" y="26"/>
                      <a:pt x="30" y="26"/>
                      <a:pt x="30" y="26"/>
                    </a:cubicBezTo>
                    <a:cubicBezTo>
                      <a:pt x="33" y="26"/>
                      <a:pt x="33" y="26"/>
                      <a:pt x="33" y="26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7" y="20"/>
                      <a:pt x="37" y="20"/>
                      <a:pt x="37" y="20"/>
                    </a:cubicBezTo>
                    <a:cubicBezTo>
                      <a:pt x="37" y="25"/>
                      <a:pt x="37" y="25"/>
                      <a:pt x="37" y="25"/>
                    </a:cubicBezTo>
                    <a:cubicBezTo>
                      <a:pt x="39" y="25"/>
                      <a:pt x="39" y="25"/>
                      <a:pt x="39" y="25"/>
                    </a:cubicBezTo>
                    <a:cubicBezTo>
                      <a:pt x="38" y="20"/>
                      <a:pt x="38" y="20"/>
                      <a:pt x="38" y="20"/>
                    </a:cubicBez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24"/>
                      <a:pt x="43" y="24"/>
                      <a:pt x="43" y="24"/>
                    </a:cubicBezTo>
                    <a:cubicBezTo>
                      <a:pt x="60" y="12"/>
                      <a:pt x="60" y="12"/>
                      <a:pt x="60" y="12"/>
                    </a:cubicBezTo>
                    <a:cubicBezTo>
                      <a:pt x="61" y="20"/>
                      <a:pt x="61" y="20"/>
                      <a:pt x="61" y="20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52" y="26"/>
                      <a:pt x="51" y="27"/>
                      <a:pt x="49" y="28"/>
                    </a:cubicBezTo>
                    <a:cubicBezTo>
                      <a:pt x="49" y="28"/>
                      <a:pt x="49" y="28"/>
                      <a:pt x="49" y="28"/>
                    </a:cubicBezTo>
                    <a:cubicBezTo>
                      <a:pt x="51" y="28"/>
                      <a:pt x="53" y="29"/>
                      <a:pt x="55" y="29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4" y="40"/>
                      <a:pt x="64" y="40"/>
                      <a:pt x="64" y="40"/>
                    </a:cubicBezTo>
                    <a:cubicBezTo>
                      <a:pt x="44" y="32"/>
                      <a:pt x="44" y="32"/>
                      <a:pt x="44" y="32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Freeform 449"/>
              <p:cNvSpPr>
                <a:spLocks noEditPoints="1"/>
              </p:cNvSpPr>
              <p:nvPr/>
            </p:nvSpPr>
            <p:spPr bwMode="auto">
              <a:xfrm>
                <a:off x="4113213" y="2247901"/>
                <a:ext cx="114300" cy="74613"/>
              </a:xfrm>
              <a:custGeom>
                <a:avLst/>
                <a:gdLst/>
                <a:ahLst/>
                <a:cxnLst>
                  <a:cxn ang="0">
                    <a:pos x="37" y="5"/>
                  </a:cxn>
                  <a:cxn ang="0">
                    <a:pos x="0" y="13"/>
                  </a:cxn>
                  <a:cxn ang="0">
                    <a:pos x="29" y="39"/>
                  </a:cxn>
                  <a:cxn ang="0">
                    <a:pos x="66" y="30"/>
                  </a:cxn>
                  <a:cxn ang="0">
                    <a:pos x="37" y="5"/>
                  </a:cxn>
                  <a:cxn ang="0">
                    <a:pos x="46" y="20"/>
                  </a:cxn>
                  <a:cxn ang="0">
                    <a:pos x="36" y="27"/>
                  </a:cxn>
                  <a:cxn ang="0">
                    <a:pos x="36" y="30"/>
                  </a:cxn>
                  <a:cxn ang="0">
                    <a:pos x="33" y="30"/>
                  </a:cxn>
                  <a:cxn ang="0">
                    <a:pos x="34" y="27"/>
                  </a:cxn>
                  <a:cxn ang="0">
                    <a:pos x="33" y="27"/>
                  </a:cxn>
                  <a:cxn ang="0">
                    <a:pos x="32" y="27"/>
                  </a:cxn>
                  <a:cxn ang="0">
                    <a:pos x="31" y="29"/>
                  </a:cxn>
                  <a:cxn ang="0">
                    <a:pos x="29" y="29"/>
                  </a:cxn>
                  <a:cxn ang="0">
                    <a:pos x="29" y="26"/>
                  </a:cxn>
                  <a:cxn ang="0">
                    <a:pos x="23" y="15"/>
                  </a:cxn>
                  <a:cxn ang="0">
                    <a:pos x="24" y="12"/>
                  </a:cxn>
                  <a:cxn ang="0">
                    <a:pos x="28" y="13"/>
                  </a:cxn>
                  <a:cxn ang="0">
                    <a:pos x="27" y="15"/>
                  </a:cxn>
                  <a:cxn ang="0">
                    <a:pos x="30" y="21"/>
                  </a:cxn>
                  <a:cxn ang="0">
                    <a:pos x="32" y="13"/>
                  </a:cxn>
                  <a:cxn ang="0">
                    <a:pos x="34" y="14"/>
                  </a:cxn>
                  <a:cxn ang="0">
                    <a:pos x="33" y="22"/>
                  </a:cxn>
                  <a:cxn ang="0">
                    <a:pos x="34" y="23"/>
                  </a:cxn>
                  <a:cxn ang="0">
                    <a:pos x="34" y="23"/>
                  </a:cxn>
                  <a:cxn ang="0">
                    <a:pos x="36" y="14"/>
                  </a:cxn>
                  <a:cxn ang="0">
                    <a:pos x="39" y="15"/>
                  </a:cxn>
                  <a:cxn ang="0">
                    <a:pos x="37" y="23"/>
                  </a:cxn>
                  <a:cxn ang="0">
                    <a:pos x="42" y="18"/>
                  </a:cxn>
                  <a:cxn ang="0">
                    <a:pos x="42" y="16"/>
                  </a:cxn>
                  <a:cxn ang="0">
                    <a:pos x="47" y="16"/>
                  </a:cxn>
                  <a:cxn ang="0">
                    <a:pos x="46" y="20"/>
                  </a:cxn>
                </a:cxnLst>
                <a:rect l="0" t="0" r="r" b="b"/>
                <a:pathLst>
                  <a:path w="66" h="43">
                    <a:moveTo>
                      <a:pt x="37" y="5"/>
                    </a:moveTo>
                    <a:cubicBezTo>
                      <a:pt x="19" y="0"/>
                      <a:pt x="0" y="13"/>
                      <a:pt x="0" y="13"/>
                    </a:cubicBezTo>
                    <a:cubicBezTo>
                      <a:pt x="0" y="13"/>
                      <a:pt x="11" y="34"/>
                      <a:pt x="29" y="39"/>
                    </a:cubicBezTo>
                    <a:cubicBezTo>
                      <a:pt x="47" y="43"/>
                      <a:pt x="66" y="30"/>
                      <a:pt x="66" y="30"/>
                    </a:cubicBezTo>
                    <a:cubicBezTo>
                      <a:pt x="66" y="30"/>
                      <a:pt x="56" y="9"/>
                      <a:pt x="37" y="5"/>
                    </a:cubicBezTo>
                    <a:moveTo>
                      <a:pt x="46" y="20"/>
                    </a:moveTo>
                    <a:cubicBezTo>
                      <a:pt x="45" y="25"/>
                      <a:pt x="41" y="27"/>
                      <a:pt x="36" y="27"/>
                    </a:cubicBezTo>
                    <a:cubicBezTo>
                      <a:pt x="36" y="30"/>
                      <a:pt x="36" y="30"/>
                      <a:pt x="36" y="30"/>
                    </a:cubicBezTo>
                    <a:cubicBezTo>
                      <a:pt x="33" y="30"/>
                      <a:pt x="33" y="30"/>
                      <a:pt x="33" y="30"/>
                    </a:cubicBezTo>
                    <a:cubicBezTo>
                      <a:pt x="34" y="27"/>
                      <a:pt x="34" y="27"/>
                      <a:pt x="34" y="27"/>
                    </a:cubicBezTo>
                    <a:cubicBezTo>
                      <a:pt x="33" y="27"/>
                      <a:pt x="33" y="27"/>
                      <a:pt x="33" y="27"/>
                    </a:cubicBezTo>
                    <a:cubicBezTo>
                      <a:pt x="33" y="27"/>
                      <a:pt x="32" y="27"/>
                      <a:pt x="32" y="27"/>
                    </a:cubicBezTo>
                    <a:cubicBezTo>
                      <a:pt x="31" y="29"/>
                      <a:pt x="31" y="29"/>
                      <a:pt x="31" y="29"/>
                    </a:cubicBezTo>
                    <a:cubicBezTo>
                      <a:pt x="29" y="29"/>
                      <a:pt x="29" y="29"/>
                      <a:pt x="29" y="29"/>
                    </a:cubicBezTo>
                    <a:cubicBezTo>
                      <a:pt x="29" y="26"/>
                      <a:pt x="29" y="26"/>
                      <a:pt x="29" y="26"/>
                    </a:cubicBezTo>
                    <a:cubicBezTo>
                      <a:pt x="24" y="23"/>
                      <a:pt x="22" y="19"/>
                      <a:pt x="23" y="15"/>
                    </a:cubicBezTo>
                    <a:cubicBezTo>
                      <a:pt x="23" y="13"/>
                      <a:pt x="23" y="13"/>
                      <a:pt x="24" y="12"/>
                    </a:cubicBezTo>
                    <a:cubicBezTo>
                      <a:pt x="28" y="13"/>
                      <a:pt x="28" y="13"/>
                      <a:pt x="28" y="13"/>
                    </a:cubicBezTo>
                    <a:cubicBezTo>
                      <a:pt x="28" y="13"/>
                      <a:pt x="27" y="14"/>
                      <a:pt x="27" y="15"/>
                    </a:cubicBezTo>
                    <a:cubicBezTo>
                      <a:pt x="27" y="18"/>
                      <a:pt x="28" y="20"/>
                      <a:pt x="30" y="21"/>
                    </a:cubicBezTo>
                    <a:cubicBezTo>
                      <a:pt x="32" y="13"/>
                      <a:pt x="32" y="13"/>
                      <a:pt x="32" y="13"/>
                    </a:cubicBezTo>
                    <a:cubicBezTo>
                      <a:pt x="34" y="14"/>
                      <a:pt x="34" y="14"/>
                      <a:pt x="34" y="14"/>
                    </a:cubicBezTo>
                    <a:cubicBezTo>
                      <a:pt x="33" y="22"/>
                      <a:pt x="33" y="22"/>
                      <a:pt x="33" y="22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7" y="23"/>
                      <a:pt x="37" y="23"/>
                      <a:pt x="37" y="23"/>
                    </a:cubicBezTo>
                    <a:cubicBezTo>
                      <a:pt x="40" y="22"/>
                      <a:pt x="42" y="21"/>
                      <a:pt x="42" y="18"/>
                    </a:cubicBezTo>
                    <a:cubicBezTo>
                      <a:pt x="42" y="17"/>
                      <a:pt x="42" y="16"/>
                      <a:pt x="42" y="16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47" y="17"/>
                      <a:pt x="47" y="18"/>
                      <a:pt x="46" y="20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3" name="Freeform 450"/>
              <p:cNvSpPr>
                <a:spLocks noEditPoints="1"/>
              </p:cNvSpPr>
              <p:nvPr/>
            </p:nvSpPr>
            <p:spPr bwMode="auto">
              <a:xfrm>
                <a:off x="4183063" y="2125663"/>
                <a:ext cx="123825" cy="136525"/>
              </a:xfrm>
              <a:custGeom>
                <a:avLst/>
                <a:gdLst/>
                <a:ahLst/>
                <a:cxnLst>
                  <a:cxn ang="0">
                    <a:pos x="56" y="26"/>
                  </a:cxn>
                  <a:cxn ang="0">
                    <a:pos x="8" y="0"/>
                  </a:cxn>
                  <a:cxn ang="0">
                    <a:pos x="15" y="54"/>
                  </a:cxn>
                  <a:cxn ang="0">
                    <a:pos x="62" y="79"/>
                  </a:cxn>
                  <a:cxn ang="0">
                    <a:pos x="56" y="26"/>
                  </a:cxn>
                  <a:cxn ang="0">
                    <a:pos x="50" y="54"/>
                  </a:cxn>
                  <a:cxn ang="0">
                    <a:pos x="46" y="57"/>
                  </a:cxn>
                  <a:cxn ang="0">
                    <a:pos x="43" y="53"/>
                  </a:cxn>
                  <a:cxn ang="0">
                    <a:pos x="35" y="56"/>
                  </a:cxn>
                  <a:cxn ang="0">
                    <a:pos x="33" y="50"/>
                  </a:cxn>
                  <a:cxn ang="0">
                    <a:pos x="41" y="47"/>
                  </a:cxn>
                  <a:cxn ang="0">
                    <a:pos x="43" y="42"/>
                  </a:cxn>
                  <a:cxn ang="0">
                    <a:pos x="36" y="41"/>
                  </a:cxn>
                  <a:cxn ang="0">
                    <a:pos x="23" y="39"/>
                  </a:cxn>
                  <a:cxn ang="0">
                    <a:pos x="25" y="26"/>
                  </a:cxn>
                  <a:cxn ang="0">
                    <a:pos x="22" y="22"/>
                  </a:cxn>
                  <a:cxn ang="0">
                    <a:pos x="26" y="20"/>
                  </a:cxn>
                  <a:cxn ang="0">
                    <a:pos x="29" y="23"/>
                  </a:cxn>
                  <a:cxn ang="0">
                    <a:pos x="36" y="20"/>
                  </a:cxn>
                  <a:cxn ang="0">
                    <a:pos x="38" y="26"/>
                  </a:cxn>
                  <a:cxn ang="0">
                    <a:pos x="31" y="29"/>
                  </a:cxn>
                  <a:cxn ang="0">
                    <a:pos x="29" y="34"/>
                  </a:cxn>
                  <a:cxn ang="0">
                    <a:pos x="37" y="34"/>
                  </a:cxn>
                  <a:cxn ang="0">
                    <a:pos x="49" y="37"/>
                  </a:cxn>
                  <a:cxn ang="0">
                    <a:pos x="47" y="50"/>
                  </a:cxn>
                  <a:cxn ang="0">
                    <a:pos x="50" y="54"/>
                  </a:cxn>
                </a:cxnLst>
                <a:rect l="0" t="0" r="r" b="b"/>
                <a:pathLst>
                  <a:path w="71" h="79">
                    <a:moveTo>
                      <a:pt x="56" y="26"/>
                    </a:moveTo>
                    <a:cubicBezTo>
                      <a:pt x="41" y="4"/>
                      <a:pt x="8" y="0"/>
                      <a:pt x="8" y="0"/>
                    </a:cubicBezTo>
                    <a:cubicBezTo>
                      <a:pt x="8" y="0"/>
                      <a:pt x="0" y="32"/>
                      <a:pt x="15" y="54"/>
                    </a:cubicBezTo>
                    <a:cubicBezTo>
                      <a:pt x="30" y="76"/>
                      <a:pt x="62" y="79"/>
                      <a:pt x="62" y="79"/>
                    </a:cubicBezTo>
                    <a:cubicBezTo>
                      <a:pt x="62" y="79"/>
                      <a:pt x="71" y="48"/>
                      <a:pt x="56" y="26"/>
                    </a:cubicBezTo>
                    <a:moveTo>
                      <a:pt x="50" y="54"/>
                    </a:moveTo>
                    <a:cubicBezTo>
                      <a:pt x="46" y="57"/>
                      <a:pt x="46" y="57"/>
                      <a:pt x="46" y="57"/>
                    </a:cubicBezTo>
                    <a:cubicBezTo>
                      <a:pt x="43" y="53"/>
                      <a:pt x="43" y="53"/>
                      <a:pt x="43" y="53"/>
                    </a:cubicBezTo>
                    <a:cubicBezTo>
                      <a:pt x="40" y="54"/>
                      <a:pt x="37" y="56"/>
                      <a:pt x="35" y="56"/>
                    </a:cubicBezTo>
                    <a:cubicBezTo>
                      <a:pt x="33" y="50"/>
                      <a:pt x="33" y="50"/>
                      <a:pt x="33" y="50"/>
                    </a:cubicBezTo>
                    <a:cubicBezTo>
                      <a:pt x="35" y="50"/>
                      <a:pt x="38" y="49"/>
                      <a:pt x="41" y="47"/>
                    </a:cubicBezTo>
                    <a:cubicBezTo>
                      <a:pt x="43" y="45"/>
                      <a:pt x="44" y="43"/>
                      <a:pt x="43" y="42"/>
                    </a:cubicBezTo>
                    <a:cubicBezTo>
                      <a:pt x="42" y="40"/>
                      <a:pt x="40" y="40"/>
                      <a:pt x="36" y="41"/>
                    </a:cubicBezTo>
                    <a:cubicBezTo>
                      <a:pt x="31" y="43"/>
                      <a:pt x="26" y="43"/>
                      <a:pt x="23" y="39"/>
                    </a:cubicBezTo>
                    <a:cubicBezTo>
                      <a:pt x="21" y="35"/>
                      <a:pt x="21" y="30"/>
                      <a:pt x="25" y="26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6" y="20"/>
                      <a:pt x="26" y="20"/>
                      <a:pt x="26" y="20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32" y="21"/>
                      <a:pt x="34" y="21"/>
                      <a:pt x="36" y="20"/>
                    </a:cubicBezTo>
                    <a:cubicBezTo>
                      <a:pt x="38" y="26"/>
                      <a:pt x="38" y="26"/>
                      <a:pt x="38" y="26"/>
                    </a:cubicBezTo>
                    <a:cubicBezTo>
                      <a:pt x="37" y="26"/>
                      <a:pt x="34" y="27"/>
                      <a:pt x="31" y="29"/>
                    </a:cubicBezTo>
                    <a:cubicBezTo>
                      <a:pt x="28" y="31"/>
                      <a:pt x="28" y="32"/>
                      <a:pt x="29" y="34"/>
                    </a:cubicBezTo>
                    <a:cubicBezTo>
                      <a:pt x="30" y="35"/>
                      <a:pt x="32" y="35"/>
                      <a:pt x="37" y="34"/>
                    </a:cubicBezTo>
                    <a:cubicBezTo>
                      <a:pt x="43" y="32"/>
                      <a:pt x="46" y="33"/>
                      <a:pt x="49" y="37"/>
                    </a:cubicBezTo>
                    <a:cubicBezTo>
                      <a:pt x="52" y="40"/>
                      <a:pt x="51" y="45"/>
                      <a:pt x="47" y="50"/>
                    </a:cubicBezTo>
                    <a:cubicBezTo>
                      <a:pt x="50" y="54"/>
                      <a:pt x="50" y="54"/>
                      <a:pt x="50" y="54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4" name="Freeform 451"/>
              <p:cNvSpPr>
                <a:spLocks noEditPoints="1"/>
              </p:cNvSpPr>
              <p:nvPr/>
            </p:nvSpPr>
            <p:spPr bwMode="auto">
              <a:xfrm>
                <a:off x="4371976" y="2193926"/>
                <a:ext cx="95250" cy="90488"/>
              </a:xfrm>
              <a:custGeom>
                <a:avLst/>
                <a:gdLst/>
                <a:ahLst/>
                <a:cxnLst>
                  <a:cxn ang="0">
                    <a:pos x="17" y="11"/>
                  </a:cxn>
                  <a:cxn ang="0">
                    <a:pos x="0" y="47"/>
                  </a:cxn>
                  <a:cxn ang="0">
                    <a:pos x="38" y="40"/>
                  </a:cxn>
                  <a:cxn ang="0">
                    <a:pos x="55" y="5"/>
                  </a:cxn>
                  <a:cxn ang="0">
                    <a:pos x="17" y="11"/>
                  </a:cxn>
                  <a:cxn ang="0">
                    <a:pos x="36" y="26"/>
                  </a:cxn>
                  <a:cxn ang="0">
                    <a:pos x="33" y="21"/>
                  </a:cxn>
                  <a:cxn ang="0">
                    <a:pos x="30" y="20"/>
                  </a:cxn>
                  <a:cxn ang="0">
                    <a:pos x="31" y="26"/>
                  </a:cxn>
                  <a:cxn ang="0">
                    <a:pos x="30" y="35"/>
                  </a:cxn>
                  <a:cxn ang="0">
                    <a:pos x="21" y="35"/>
                  </a:cxn>
                  <a:cxn ang="0">
                    <a:pos x="18" y="38"/>
                  </a:cxn>
                  <a:cxn ang="0">
                    <a:pos x="15" y="36"/>
                  </a:cxn>
                  <a:cxn ang="0">
                    <a:pos x="18" y="33"/>
                  </a:cxn>
                  <a:cxn ang="0">
                    <a:pos x="14" y="28"/>
                  </a:cxn>
                  <a:cxn ang="0">
                    <a:pos x="18" y="25"/>
                  </a:cxn>
                  <a:cxn ang="0">
                    <a:pos x="22" y="31"/>
                  </a:cxn>
                  <a:cxn ang="0">
                    <a:pos x="26" y="32"/>
                  </a:cxn>
                  <a:cxn ang="0">
                    <a:pos x="25" y="26"/>
                  </a:cxn>
                  <a:cxn ang="0">
                    <a:pos x="25" y="17"/>
                  </a:cxn>
                  <a:cxn ang="0">
                    <a:pos x="34" y="17"/>
                  </a:cxn>
                  <a:cxn ang="0">
                    <a:pos x="37" y="14"/>
                  </a:cxn>
                  <a:cxn ang="0">
                    <a:pos x="39" y="17"/>
                  </a:cxn>
                  <a:cxn ang="0">
                    <a:pos x="37" y="19"/>
                  </a:cxn>
                  <a:cxn ang="0">
                    <a:pos x="40" y="24"/>
                  </a:cxn>
                  <a:cxn ang="0">
                    <a:pos x="36" y="26"/>
                  </a:cxn>
                </a:cxnLst>
                <a:rect l="0" t="0" r="r" b="b"/>
                <a:pathLst>
                  <a:path w="55" h="52">
                    <a:moveTo>
                      <a:pt x="17" y="11"/>
                    </a:moveTo>
                    <a:cubicBezTo>
                      <a:pt x="2" y="23"/>
                      <a:pt x="0" y="47"/>
                      <a:pt x="0" y="47"/>
                    </a:cubicBezTo>
                    <a:cubicBezTo>
                      <a:pt x="0" y="47"/>
                      <a:pt x="23" y="52"/>
                      <a:pt x="38" y="40"/>
                    </a:cubicBezTo>
                    <a:cubicBezTo>
                      <a:pt x="54" y="28"/>
                      <a:pt x="55" y="5"/>
                      <a:pt x="55" y="5"/>
                    </a:cubicBezTo>
                    <a:cubicBezTo>
                      <a:pt x="55" y="5"/>
                      <a:pt x="32" y="0"/>
                      <a:pt x="17" y="11"/>
                    </a:cubicBezTo>
                    <a:moveTo>
                      <a:pt x="36" y="26"/>
                    </a:moveTo>
                    <a:cubicBezTo>
                      <a:pt x="36" y="25"/>
                      <a:pt x="35" y="23"/>
                      <a:pt x="33" y="21"/>
                    </a:cubicBezTo>
                    <a:cubicBezTo>
                      <a:pt x="32" y="20"/>
                      <a:pt x="30" y="20"/>
                      <a:pt x="30" y="20"/>
                    </a:cubicBezTo>
                    <a:cubicBezTo>
                      <a:pt x="29" y="21"/>
                      <a:pt x="29" y="23"/>
                      <a:pt x="31" y="26"/>
                    </a:cubicBezTo>
                    <a:cubicBezTo>
                      <a:pt x="33" y="30"/>
                      <a:pt x="32" y="33"/>
                      <a:pt x="30" y="35"/>
                    </a:cubicBezTo>
                    <a:cubicBezTo>
                      <a:pt x="28" y="38"/>
                      <a:pt x="24" y="38"/>
                      <a:pt x="21" y="35"/>
                    </a:cubicBezTo>
                    <a:cubicBezTo>
                      <a:pt x="18" y="38"/>
                      <a:pt x="18" y="38"/>
                      <a:pt x="18" y="38"/>
                    </a:cubicBezTo>
                    <a:cubicBezTo>
                      <a:pt x="15" y="36"/>
                      <a:pt x="15" y="36"/>
                      <a:pt x="15" y="36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6" y="31"/>
                      <a:pt x="15" y="29"/>
                      <a:pt x="14" y="28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9" y="27"/>
                      <a:pt x="20" y="29"/>
                      <a:pt x="22" y="31"/>
                    </a:cubicBezTo>
                    <a:cubicBezTo>
                      <a:pt x="23" y="32"/>
                      <a:pt x="25" y="33"/>
                      <a:pt x="26" y="32"/>
                    </a:cubicBezTo>
                    <a:cubicBezTo>
                      <a:pt x="27" y="31"/>
                      <a:pt x="26" y="29"/>
                      <a:pt x="25" y="26"/>
                    </a:cubicBezTo>
                    <a:cubicBezTo>
                      <a:pt x="23" y="23"/>
                      <a:pt x="23" y="20"/>
                      <a:pt x="25" y="17"/>
                    </a:cubicBezTo>
                    <a:cubicBezTo>
                      <a:pt x="27" y="15"/>
                      <a:pt x="31" y="14"/>
                      <a:pt x="34" y="17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39" y="17"/>
                      <a:pt x="39" y="17"/>
                      <a:pt x="39" y="17"/>
                    </a:cubicBezTo>
                    <a:cubicBezTo>
                      <a:pt x="37" y="19"/>
                      <a:pt x="37" y="19"/>
                      <a:pt x="37" y="19"/>
                    </a:cubicBezTo>
                    <a:cubicBezTo>
                      <a:pt x="39" y="21"/>
                      <a:pt x="40" y="22"/>
                      <a:pt x="40" y="24"/>
                    </a:cubicBezTo>
                    <a:cubicBezTo>
                      <a:pt x="36" y="26"/>
                      <a:pt x="36" y="26"/>
                      <a:pt x="36" y="26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65" name="Freeform 452"/>
              <p:cNvSpPr>
                <a:spLocks noEditPoints="1"/>
              </p:cNvSpPr>
              <p:nvPr/>
            </p:nvSpPr>
            <p:spPr bwMode="auto">
              <a:xfrm>
                <a:off x="4132263" y="2324101"/>
                <a:ext cx="133350" cy="85725"/>
              </a:xfrm>
              <a:custGeom>
                <a:avLst/>
                <a:gdLst/>
                <a:ahLst/>
                <a:cxnLst>
                  <a:cxn ang="0">
                    <a:pos x="34" y="5"/>
                  </a:cxn>
                  <a:cxn ang="0">
                    <a:pos x="0" y="33"/>
                  </a:cxn>
                  <a:cxn ang="0">
                    <a:pos x="43" y="44"/>
                  </a:cxn>
                  <a:cxn ang="0">
                    <a:pos x="77" y="16"/>
                  </a:cxn>
                  <a:cxn ang="0">
                    <a:pos x="34" y="5"/>
                  </a:cxn>
                  <a:cxn ang="0">
                    <a:pos x="52" y="30"/>
                  </a:cxn>
                  <a:cxn ang="0">
                    <a:pos x="47" y="31"/>
                  </a:cxn>
                  <a:cxn ang="0">
                    <a:pos x="46" y="23"/>
                  </a:cxn>
                  <a:cxn ang="0">
                    <a:pos x="42" y="20"/>
                  </a:cxn>
                  <a:cxn ang="0">
                    <a:pos x="40" y="26"/>
                  </a:cxn>
                  <a:cxn ang="0">
                    <a:pos x="35" y="36"/>
                  </a:cxn>
                  <a:cxn ang="0">
                    <a:pos x="25" y="32"/>
                  </a:cxn>
                  <a:cxn ang="0">
                    <a:pos x="21" y="33"/>
                  </a:cxn>
                  <a:cxn ang="0">
                    <a:pos x="19" y="29"/>
                  </a:cxn>
                  <a:cxn ang="0">
                    <a:pos x="23" y="28"/>
                  </a:cxn>
                  <a:cxn ang="0">
                    <a:pos x="22" y="21"/>
                  </a:cxn>
                  <a:cxn ang="0">
                    <a:pos x="28" y="21"/>
                  </a:cxn>
                  <a:cxn ang="0">
                    <a:pos x="28" y="27"/>
                  </a:cxn>
                  <a:cxn ang="0">
                    <a:pos x="32" y="30"/>
                  </a:cxn>
                  <a:cxn ang="0">
                    <a:pos x="34" y="24"/>
                  </a:cxn>
                  <a:cxn ang="0">
                    <a:pos x="39" y="14"/>
                  </a:cxn>
                  <a:cxn ang="0">
                    <a:pos x="50" y="18"/>
                  </a:cxn>
                  <a:cxn ang="0">
                    <a:pos x="54" y="17"/>
                  </a:cxn>
                  <a:cxn ang="0">
                    <a:pos x="56" y="21"/>
                  </a:cxn>
                  <a:cxn ang="0">
                    <a:pos x="52" y="22"/>
                  </a:cxn>
                  <a:cxn ang="0">
                    <a:pos x="52" y="30"/>
                  </a:cxn>
                </a:cxnLst>
                <a:rect l="0" t="0" r="r" b="b"/>
                <a:pathLst>
                  <a:path w="77" h="49">
                    <a:moveTo>
                      <a:pt x="34" y="5"/>
                    </a:moveTo>
                    <a:cubicBezTo>
                      <a:pt x="13" y="10"/>
                      <a:pt x="0" y="33"/>
                      <a:pt x="0" y="33"/>
                    </a:cubicBezTo>
                    <a:cubicBezTo>
                      <a:pt x="0" y="33"/>
                      <a:pt x="22" y="49"/>
                      <a:pt x="43" y="44"/>
                    </a:cubicBezTo>
                    <a:cubicBezTo>
                      <a:pt x="64" y="39"/>
                      <a:pt x="77" y="16"/>
                      <a:pt x="77" y="16"/>
                    </a:cubicBezTo>
                    <a:cubicBezTo>
                      <a:pt x="77" y="16"/>
                      <a:pt x="55" y="0"/>
                      <a:pt x="34" y="5"/>
                    </a:cubicBezTo>
                    <a:moveTo>
                      <a:pt x="52" y="30"/>
                    </a:moveTo>
                    <a:cubicBezTo>
                      <a:pt x="47" y="31"/>
                      <a:pt x="47" y="31"/>
                      <a:pt x="47" y="31"/>
                    </a:cubicBezTo>
                    <a:cubicBezTo>
                      <a:pt x="47" y="29"/>
                      <a:pt x="47" y="26"/>
                      <a:pt x="46" y="23"/>
                    </a:cubicBezTo>
                    <a:cubicBezTo>
                      <a:pt x="45" y="21"/>
                      <a:pt x="44" y="19"/>
                      <a:pt x="42" y="20"/>
                    </a:cubicBezTo>
                    <a:cubicBezTo>
                      <a:pt x="41" y="21"/>
                      <a:pt x="40" y="22"/>
                      <a:pt x="40" y="26"/>
                    </a:cubicBezTo>
                    <a:cubicBezTo>
                      <a:pt x="40" y="31"/>
                      <a:pt x="39" y="35"/>
                      <a:pt x="35" y="36"/>
                    </a:cubicBezTo>
                    <a:cubicBezTo>
                      <a:pt x="31" y="38"/>
                      <a:pt x="28" y="36"/>
                      <a:pt x="25" y="32"/>
                    </a:cubicBezTo>
                    <a:cubicBezTo>
                      <a:pt x="21" y="33"/>
                      <a:pt x="21" y="33"/>
                      <a:pt x="21" y="33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23" y="28"/>
                      <a:pt x="23" y="28"/>
                      <a:pt x="23" y="28"/>
                    </a:cubicBezTo>
                    <a:cubicBezTo>
                      <a:pt x="22" y="25"/>
                      <a:pt x="22" y="23"/>
                      <a:pt x="22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8" y="22"/>
                      <a:pt x="27" y="24"/>
                      <a:pt x="28" y="27"/>
                    </a:cubicBezTo>
                    <a:cubicBezTo>
                      <a:pt x="29" y="30"/>
                      <a:pt x="31" y="30"/>
                      <a:pt x="32" y="30"/>
                    </a:cubicBezTo>
                    <a:cubicBezTo>
                      <a:pt x="33" y="29"/>
                      <a:pt x="34" y="28"/>
                      <a:pt x="34" y="24"/>
                    </a:cubicBezTo>
                    <a:cubicBezTo>
                      <a:pt x="34" y="18"/>
                      <a:pt x="35" y="15"/>
                      <a:pt x="39" y="14"/>
                    </a:cubicBezTo>
                    <a:cubicBezTo>
                      <a:pt x="43" y="12"/>
                      <a:pt x="47" y="14"/>
                      <a:pt x="50" y="18"/>
                    </a:cubicBezTo>
                    <a:cubicBezTo>
                      <a:pt x="54" y="17"/>
                      <a:pt x="54" y="17"/>
                      <a:pt x="54" y="17"/>
                    </a:cubicBezTo>
                    <a:cubicBezTo>
                      <a:pt x="56" y="21"/>
                      <a:pt x="56" y="21"/>
                      <a:pt x="56" y="21"/>
                    </a:cubicBezTo>
                    <a:cubicBezTo>
                      <a:pt x="52" y="22"/>
                      <a:pt x="52" y="22"/>
                      <a:pt x="52" y="22"/>
                    </a:cubicBezTo>
                    <a:cubicBezTo>
                      <a:pt x="53" y="25"/>
                      <a:pt x="53" y="28"/>
                      <a:pt x="52" y="30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3" name="Group 60"/>
            <p:cNvGrpSpPr/>
            <p:nvPr/>
          </p:nvGrpSpPr>
          <p:grpSpPr>
            <a:xfrm>
              <a:off x="4802188" y="1789112"/>
              <a:ext cx="388938" cy="319088"/>
              <a:chOff x="5102226" y="1265238"/>
              <a:chExt cx="388938" cy="319088"/>
            </a:xfrm>
            <a:noFill/>
          </p:grpSpPr>
          <p:sp>
            <p:nvSpPr>
              <p:cNvPr id="16" name="Freeform 407"/>
              <p:cNvSpPr/>
              <p:nvPr/>
            </p:nvSpPr>
            <p:spPr bwMode="auto">
              <a:xfrm>
                <a:off x="5238751" y="1381126"/>
                <a:ext cx="34925" cy="109538"/>
              </a:xfrm>
              <a:custGeom>
                <a:avLst/>
                <a:gdLst/>
                <a:ahLst/>
                <a:cxnLst>
                  <a:cxn ang="0">
                    <a:pos x="6" y="63"/>
                  </a:cxn>
                  <a:cxn ang="0">
                    <a:pos x="4" y="62"/>
                  </a:cxn>
                  <a:cxn ang="0">
                    <a:pos x="1" y="55"/>
                  </a:cxn>
                  <a:cxn ang="0">
                    <a:pos x="10" y="32"/>
                  </a:cxn>
                  <a:cxn ang="0">
                    <a:pos x="8" y="6"/>
                  </a:cxn>
                  <a:cxn ang="0">
                    <a:pos x="13" y="0"/>
                  </a:cxn>
                  <a:cxn ang="0">
                    <a:pos x="19" y="5"/>
                  </a:cxn>
                  <a:cxn ang="0">
                    <a:pos x="21" y="32"/>
                  </a:cxn>
                  <a:cxn ang="0">
                    <a:pos x="21" y="34"/>
                  </a:cxn>
                  <a:cxn ang="0">
                    <a:pos x="12" y="59"/>
                  </a:cxn>
                  <a:cxn ang="0">
                    <a:pos x="6" y="63"/>
                  </a:cxn>
                </a:cxnLst>
                <a:rect l="0" t="0" r="r" b="b"/>
                <a:pathLst>
                  <a:path w="21" h="63">
                    <a:moveTo>
                      <a:pt x="6" y="63"/>
                    </a:moveTo>
                    <a:cubicBezTo>
                      <a:pt x="6" y="63"/>
                      <a:pt x="5" y="63"/>
                      <a:pt x="4" y="62"/>
                    </a:cubicBezTo>
                    <a:cubicBezTo>
                      <a:pt x="1" y="61"/>
                      <a:pt x="0" y="58"/>
                      <a:pt x="1" y="55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7" y="3"/>
                      <a:pt x="10" y="0"/>
                      <a:pt x="13" y="0"/>
                    </a:cubicBezTo>
                    <a:cubicBezTo>
                      <a:pt x="16" y="0"/>
                      <a:pt x="19" y="2"/>
                      <a:pt x="19" y="5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33"/>
                      <a:pt x="21" y="34"/>
                      <a:pt x="21" y="34"/>
                    </a:cubicBezTo>
                    <a:cubicBezTo>
                      <a:pt x="12" y="59"/>
                      <a:pt x="12" y="59"/>
                      <a:pt x="12" y="59"/>
                    </a:cubicBezTo>
                    <a:cubicBezTo>
                      <a:pt x="11" y="61"/>
                      <a:pt x="9" y="63"/>
                      <a:pt x="6" y="63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7" name="Freeform 408"/>
              <p:cNvSpPr/>
              <p:nvPr/>
            </p:nvSpPr>
            <p:spPr bwMode="auto">
              <a:xfrm>
                <a:off x="5202238" y="1319213"/>
                <a:ext cx="157163" cy="69850"/>
              </a:xfrm>
              <a:custGeom>
                <a:avLst/>
                <a:gdLst/>
                <a:ahLst/>
                <a:cxnLst>
                  <a:cxn ang="0">
                    <a:pos x="85" y="15"/>
                  </a:cxn>
                  <a:cxn ang="0">
                    <a:pos x="69" y="15"/>
                  </a:cxn>
                  <a:cxn ang="0">
                    <a:pos x="58" y="2"/>
                  </a:cxn>
                  <a:cxn ang="0">
                    <a:pos x="57" y="1"/>
                  </a:cxn>
                  <a:cxn ang="0">
                    <a:pos x="46" y="25"/>
                  </a:cxn>
                  <a:cxn ang="0">
                    <a:pos x="46" y="0"/>
                  </a:cxn>
                  <a:cxn ang="0">
                    <a:pos x="39" y="0"/>
                  </a:cxn>
                  <a:cxn ang="0">
                    <a:pos x="37" y="0"/>
                  </a:cxn>
                  <a:cxn ang="0">
                    <a:pos x="18" y="0"/>
                  </a:cxn>
                  <a:cxn ang="0">
                    <a:pos x="14" y="2"/>
                  </a:cxn>
                  <a:cxn ang="0">
                    <a:pos x="2" y="16"/>
                  </a:cxn>
                  <a:cxn ang="0">
                    <a:pos x="3" y="24"/>
                  </a:cxn>
                  <a:cxn ang="0">
                    <a:pos x="6" y="25"/>
                  </a:cxn>
                  <a:cxn ang="0">
                    <a:pos x="11" y="23"/>
                  </a:cxn>
                  <a:cxn ang="0">
                    <a:pos x="21" y="11"/>
                  </a:cxn>
                  <a:cxn ang="0">
                    <a:pos x="33" y="11"/>
                  </a:cxn>
                  <a:cxn ang="0">
                    <a:pos x="24" y="40"/>
                  </a:cxn>
                  <a:cxn ang="0">
                    <a:pos x="51" y="40"/>
                  </a:cxn>
                  <a:cxn ang="0">
                    <a:pos x="58" y="20"/>
                  </a:cxn>
                  <a:cxn ang="0">
                    <a:pos x="62" y="25"/>
                  </a:cxn>
                  <a:cxn ang="0">
                    <a:pos x="67" y="27"/>
                  </a:cxn>
                  <a:cxn ang="0">
                    <a:pos x="67" y="27"/>
                  </a:cxn>
                  <a:cxn ang="0">
                    <a:pos x="85" y="27"/>
                  </a:cxn>
                  <a:cxn ang="0">
                    <a:pos x="91" y="21"/>
                  </a:cxn>
                  <a:cxn ang="0">
                    <a:pos x="85" y="15"/>
                  </a:cxn>
                </a:cxnLst>
                <a:rect l="0" t="0" r="r" b="b"/>
                <a:pathLst>
                  <a:path w="91" h="40">
                    <a:moveTo>
                      <a:pt x="85" y="15"/>
                    </a:moveTo>
                    <a:cubicBezTo>
                      <a:pt x="69" y="15"/>
                      <a:pt x="69" y="15"/>
                      <a:pt x="69" y="15"/>
                    </a:cubicBezTo>
                    <a:cubicBezTo>
                      <a:pt x="58" y="2"/>
                      <a:pt x="58" y="2"/>
                      <a:pt x="58" y="2"/>
                    </a:cubicBezTo>
                    <a:cubicBezTo>
                      <a:pt x="57" y="1"/>
                      <a:pt x="57" y="1"/>
                      <a:pt x="57" y="1"/>
                    </a:cubicBezTo>
                    <a:cubicBezTo>
                      <a:pt x="46" y="25"/>
                      <a:pt x="46" y="25"/>
                      <a:pt x="46" y="25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6" y="0"/>
                      <a:pt x="15" y="0"/>
                      <a:pt x="14" y="2"/>
                    </a:cubicBezTo>
                    <a:cubicBezTo>
                      <a:pt x="2" y="16"/>
                      <a:pt x="2" y="16"/>
                      <a:pt x="2" y="16"/>
                    </a:cubicBezTo>
                    <a:cubicBezTo>
                      <a:pt x="0" y="18"/>
                      <a:pt x="0" y="22"/>
                      <a:pt x="3" y="24"/>
                    </a:cubicBezTo>
                    <a:cubicBezTo>
                      <a:pt x="4" y="25"/>
                      <a:pt x="5" y="25"/>
                      <a:pt x="6" y="25"/>
                    </a:cubicBezTo>
                    <a:cubicBezTo>
                      <a:pt x="8" y="25"/>
                      <a:pt x="10" y="25"/>
                      <a:pt x="11" y="23"/>
                    </a:cubicBezTo>
                    <a:cubicBezTo>
                      <a:pt x="21" y="11"/>
                      <a:pt x="21" y="11"/>
                      <a:pt x="21" y="11"/>
                    </a:cubicBezTo>
                    <a:cubicBezTo>
                      <a:pt x="33" y="11"/>
                      <a:pt x="33" y="11"/>
                      <a:pt x="33" y="1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8" y="20"/>
                      <a:pt x="58" y="20"/>
                      <a:pt x="58" y="20"/>
                    </a:cubicBezTo>
                    <a:cubicBezTo>
                      <a:pt x="62" y="25"/>
                      <a:pt x="62" y="25"/>
                      <a:pt x="62" y="25"/>
                    </a:cubicBezTo>
                    <a:cubicBezTo>
                      <a:pt x="63" y="26"/>
                      <a:pt x="65" y="27"/>
                      <a:pt x="67" y="27"/>
                    </a:cubicBezTo>
                    <a:cubicBezTo>
                      <a:pt x="67" y="27"/>
                      <a:pt x="67" y="27"/>
                      <a:pt x="67" y="27"/>
                    </a:cubicBezTo>
                    <a:cubicBezTo>
                      <a:pt x="85" y="27"/>
                      <a:pt x="85" y="27"/>
                      <a:pt x="85" y="27"/>
                    </a:cubicBezTo>
                    <a:cubicBezTo>
                      <a:pt x="88" y="27"/>
                      <a:pt x="91" y="24"/>
                      <a:pt x="91" y="21"/>
                    </a:cubicBezTo>
                    <a:cubicBezTo>
                      <a:pt x="91" y="18"/>
                      <a:pt x="88" y="15"/>
                      <a:pt x="85" y="15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8" name="Freeform 409"/>
              <p:cNvSpPr/>
              <p:nvPr/>
            </p:nvSpPr>
            <p:spPr bwMode="auto">
              <a:xfrm>
                <a:off x="5273676" y="1327151"/>
                <a:ext cx="14288" cy="4127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0" y="20"/>
                  </a:cxn>
                  <a:cxn ang="0">
                    <a:pos x="2" y="26"/>
                  </a:cxn>
                  <a:cxn ang="0">
                    <a:pos x="9" y="23"/>
                  </a:cxn>
                  <a:cxn ang="0">
                    <a:pos x="9" y="0"/>
                  </a:cxn>
                </a:cxnLst>
                <a:rect l="0" t="0" r="r" b="b"/>
                <a:pathLst>
                  <a:path w="9" h="26">
                    <a:moveTo>
                      <a:pt x="9" y="0"/>
                    </a:moveTo>
                    <a:lnTo>
                      <a:pt x="0" y="20"/>
                    </a:lnTo>
                    <a:lnTo>
                      <a:pt x="2" y="26"/>
                    </a:lnTo>
                    <a:lnTo>
                      <a:pt x="9" y="23"/>
                    </a:lnTo>
                    <a:lnTo>
                      <a:pt x="9" y="0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19" name="Freeform 410"/>
              <p:cNvSpPr/>
              <p:nvPr/>
            </p:nvSpPr>
            <p:spPr bwMode="auto">
              <a:xfrm>
                <a:off x="5273676" y="1327151"/>
                <a:ext cx="14288" cy="41275"/>
              </a:xfrm>
              <a:custGeom>
                <a:avLst/>
                <a:gdLst/>
                <a:ahLst/>
                <a:cxnLst>
                  <a:cxn ang="0">
                    <a:pos x="9" y="0"/>
                  </a:cxn>
                  <a:cxn ang="0">
                    <a:pos x="0" y="20"/>
                  </a:cxn>
                  <a:cxn ang="0">
                    <a:pos x="2" y="26"/>
                  </a:cxn>
                  <a:cxn ang="0">
                    <a:pos x="9" y="23"/>
                  </a:cxn>
                  <a:cxn ang="0">
                    <a:pos x="9" y="0"/>
                  </a:cxn>
                </a:cxnLst>
                <a:rect l="0" t="0" r="r" b="b"/>
                <a:pathLst>
                  <a:path w="9" h="26">
                    <a:moveTo>
                      <a:pt x="9" y="0"/>
                    </a:moveTo>
                    <a:lnTo>
                      <a:pt x="0" y="20"/>
                    </a:lnTo>
                    <a:lnTo>
                      <a:pt x="2" y="26"/>
                    </a:lnTo>
                    <a:lnTo>
                      <a:pt x="9" y="23"/>
                    </a:lnTo>
                    <a:lnTo>
                      <a:pt x="9" y="0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0" name="Freeform 411"/>
              <p:cNvSpPr/>
              <p:nvPr/>
            </p:nvSpPr>
            <p:spPr bwMode="auto">
              <a:xfrm>
                <a:off x="5283201" y="1323976"/>
                <a:ext cx="12700" cy="7938"/>
              </a:xfrm>
              <a:custGeom>
                <a:avLst/>
                <a:gdLst/>
                <a:ahLst/>
                <a:cxnLst>
                  <a:cxn ang="0">
                    <a:pos x="6" y="1"/>
                  </a:cxn>
                  <a:cxn ang="0">
                    <a:pos x="6" y="2"/>
                  </a:cxn>
                  <a:cxn ang="0">
                    <a:pos x="3" y="4"/>
                  </a:cxn>
                  <a:cxn ang="0">
                    <a:pos x="2" y="4"/>
                  </a:cxn>
                  <a:cxn ang="0">
                    <a:pos x="1" y="1"/>
                  </a:cxn>
                  <a:cxn ang="0">
                    <a:pos x="1" y="0"/>
                  </a:cxn>
                  <a:cxn ang="0">
                    <a:pos x="6" y="1"/>
                  </a:cxn>
                </a:cxnLst>
                <a:rect l="0" t="0" r="r" b="b"/>
                <a:pathLst>
                  <a:path w="7" h="5">
                    <a:moveTo>
                      <a:pt x="6" y="1"/>
                    </a:moveTo>
                    <a:cubicBezTo>
                      <a:pt x="7" y="1"/>
                      <a:pt x="7" y="1"/>
                      <a:pt x="6" y="2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5"/>
                      <a:pt x="2" y="5"/>
                      <a:pt x="2" y="4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6" y="1"/>
                      <a:pt x="6" y="1"/>
                      <a:pt x="6" y="1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Freeform 412"/>
              <p:cNvSpPr/>
              <p:nvPr/>
            </p:nvSpPr>
            <p:spPr bwMode="auto">
              <a:xfrm>
                <a:off x="5273676" y="1271588"/>
                <a:ext cx="39688" cy="47625"/>
              </a:xfrm>
              <a:custGeom>
                <a:avLst/>
                <a:gdLst/>
                <a:ahLst/>
                <a:cxnLst>
                  <a:cxn ang="0">
                    <a:pos x="21" y="15"/>
                  </a:cxn>
                  <a:cxn ang="0">
                    <a:pos x="10" y="27"/>
                  </a:cxn>
                  <a:cxn ang="0">
                    <a:pos x="1" y="13"/>
                  </a:cxn>
                  <a:cxn ang="0">
                    <a:pos x="12" y="1"/>
                  </a:cxn>
                  <a:cxn ang="0">
                    <a:pos x="21" y="15"/>
                  </a:cxn>
                </a:cxnLst>
                <a:rect l="0" t="0" r="r" b="b"/>
                <a:pathLst>
                  <a:path w="22" h="28">
                    <a:moveTo>
                      <a:pt x="21" y="15"/>
                    </a:moveTo>
                    <a:cubicBezTo>
                      <a:pt x="20" y="22"/>
                      <a:pt x="13" y="28"/>
                      <a:pt x="10" y="27"/>
                    </a:cubicBezTo>
                    <a:cubicBezTo>
                      <a:pt x="6" y="27"/>
                      <a:pt x="0" y="20"/>
                      <a:pt x="1" y="13"/>
                    </a:cubicBezTo>
                    <a:cubicBezTo>
                      <a:pt x="2" y="6"/>
                      <a:pt x="4" y="0"/>
                      <a:pt x="12" y="1"/>
                    </a:cubicBezTo>
                    <a:cubicBezTo>
                      <a:pt x="21" y="2"/>
                      <a:pt x="22" y="8"/>
                      <a:pt x="21" y="15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Freeform 413"/>
              <p:cNvSpPr/>
              <p:nvPr/>
            </p:nvSpPr>
            <p:spPr bwMode="auto">
              <a:xfrm>
                <a:off x="5176838" y="1306513"/>
                <a:ext cx="280988" cy="231775"/>
              </a:xfrm>
              <a:custGeom>
                <a:avLst/>
                <a:gdLst/>
                <a:ahLst/>
                <a:cxnLst>
                  <a:cxn ang="0">
                    <a:pos x="11" y="146"/>
                  </a:cxn>
                  <a:cxn ang="0">
                    <a:pos x="0" y="140"/>
                  </a:cxn>
                  <a:cxn ang="0">
                    <a:pos x="13" y="118"/>
                  </a:cxn>
                  <a:cxn ang="0">
                    <a:pos x="55" y="124"/>
                  </a:cxn>
                  <a:cxn ang="0">
                    <a:pos x="66" y="102"/>
                  </a:cxn>
                  <a:cxn ang="0">
                    <a:pos x="98" y="108"/>
                  </a:cxn>
                  <a:cxn ang="0">
                    <a:pos x="119" y="58"/>
                  </a:cxn>
                  <a:cxn ang="0">
                    <a:pos x="138" y="60"/>
                  </a:cxn>
                  <a:cxn ang="0">
                    <a:pos x="165" y="0"/>
                  </a:cxn>
                  <a:cxn ang="0">
                    <a:pos x="177" y="5"/>
                  </a:cxn>
                  <a:cxn ang="0">
                    <a:pos x="147" y="75"/>
                  </a:cxn>
                  <a:cxn ang="0">
                    <a:pos x="128" y="72"/>
                  </a:cxn>
                  <a:cxn ang="0">
                    <a:pos x="105" y="122"/>
                  </a:cxn>
                  <a:cxn ang="0">
                    <a:pos x="74" y="118"/>
                  </a:cxn>
                  <a:cxn ang="0">
                    <a:pos x="61" y="140"/>
                  </a:cxn>
                  <a:cxn ang="0">
                    <a:pos x="20" y="133"/>
                  </a:cxn>
                  <a:cxn ang="0">
                    <a:pos x="11" y="146"/>
                  </a:cxn>
                </a:cxnLst>
                <a:rect l="0" t="0" r="r" b="b"/>
                <a:pathLst>
                  <a:path w="177" h="146">
                    <a:moveTo>
                      <a:pt x="11" y="146"/>
                    </a:moveTo>
                    <a:lnTo>
                      <a:pt x="0" y="140"/>
                    </a:lnTo>
                    <a:lnTo>
                      <a:pt x="13" y="118"/>
                    </a:lnTo>
                    <a:lnTo>
                      <a:pt x="55" y="124"/>
                    </a:lnTo>
                    <a:lnTo>
                      <a:pt x="66" y="102"/>
                    </a:lnTo>
                    <a:lnTo>
                      <a:pt x="98" y="108"/>
                    </a:lnTo>
                    <a:lnTo>
                      <a:pt x="119" y="58"/>
                    </a:lnTo>
                    <a:lnTo>
                      <a:pt x="138" y="60"/>
                    </a:lnTo>
                    <a:lnTo>
                      <a:pt x="165" y="0"/>
                    </a:lnTo>
                    <a:lnTo>
                      <a:pt x="177" y="5"/>
                    </a:lnTo>
                    <a:lnTo>
                      <a:pt x="147" y="75"/>
                    </a:lnTo>
                    <a:lnTo>
                      <a:pt x="128" y="72"/>
                    </a:lnTo>
                    <a:lnTo>
                      <a:pt x="105" y="122"/>
                    </a:lnTo>
                    <a:lnTo>
                      <a:pt x="74" y="118"/>
                    </a:lnTo>
                    <a:lnTo>
                      <a:pt x="61" y="140"/>
                    </a:lnTo>
                    <a:lnTo>
                      <a:pt x="20" y="133"/>
                    </a:lnTo>
                    <a:lnTo>
                      <a:pt x="11" y="146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7" name="Freeform 414"/>
              <p:cNvSpPr/>
              <p:nvPr/>
            </p:nvSpPr>
            <p:spPr bwMode="auto">
              <a:xfrm>
                <a:off x="5176838" y="1306513"/>
                <a:ext cx="280988" cy="231775"/>
              </a:xfrm>
              <a:custGeom>
                <a:avLst/>
                <a:gdLst/>
                <a:ahLst/>
                <a:cxnLst>
                  <a:cxn ang="0">
                    <a:pos x="11" y="146"/>
                  </a:cxn>
                  <a:cxn ang="0">
                    <a:pos x="0" y="140"/>
                  </a:cxn>
                  <a:cxn ang="0">
                    <a:pos x="13" y="118"/>
                  </a:cxn>
                  <a:cxn ang="0">
                    <a:pos x="55" y="124"/>
                  </a:cxn>
                  <a:cxn ang="0">
                    <a:pos x="66" y="102"/>
                  </a:cxn>
                  <a:cxn ang="0">
                    <a:pos x="98" y="108"/>
                  </a:cxn>
                  <a:cxn ang="0">
                    <a:pos x="119" y="58"/>
                  </a:cxn>
                  <a:cxn ang="0">
                    <a:pos x="138" y="60"/>
                  </a:cxn>
                  <a:cxn ang="0">
                    <a:pos x="165" y="0"/>
                  </a:cxn>
                  <a:cxn ang="0">
                    <a:pos x="177" y="5"/>
                  </a:cxn>
                  <a:cxn ang="0">
                    <a:pos x="147" y="75"/>
                  </a:cxn>
                  <a:cxn ang="0">
                    <a:pos x="128" y="72"/>
                  </a:cxn>
                  <a:cxn ang="0">
                    <a:pos x="105" y="122"/>
                  </a:cxn>
                  <a:cxn ang="0">
                    <a:pos x="74" y="118"/>
                  </a:cxn>
                  <a:cxn ang="0">
                    <a:pos x="61" y="140"/>
                  </a:cxn>
                  <a:cxn ang="0">
                    <a:pos x="20" y="133"/>
                  </a:cxn>
                  <a:cxn ang="0">
                    <a:pos x="11" y="146"/>
                  </a:cxn>
                </a:cxnLst>
                <a:rect l="0" t="0" r="r" b="b"/>
                <a:pathLst>
                  <a:path w="177" h="146">
                    <a:moveTo>
                      <a:pt x="11" y="146"/>
                    </a:moveTo>
                    <a:lnTo>
                      <a:pt x="0" y="140"/>
                    </a:lnTo>
                    <a:lnTo>
                      <a:pt x="13" y="118"/>
                    </a:lnTo>
                    <a:lnTo>
                      <a:pt x="55" y="124"/>
                    </a:lnTo>
                    <a:lnTo>
                      <a:pt x="66" y="102"/>
                    </a:lnTo>
                    <a:lnTo>
                      <a:pt x="98" y="108"/>
                    </a:lnTo>
                    <a:lnTo>
                      <a:pt x="119" y="58"/>
                    </a:lnTo>
                    <a:lnTo>
                      <a:pt x="138" y="60"/>
                    </a:lnTo>
                    <a:lnTo>
                      <a:pt x="165" y="0"/>
                    </a:lnTo>
                    <a:lnTo>
                      <a:pt x="177" y="5"/>
                    </a:lnTo>
                    <a:lnTo>
                      <a:pt x="147" y="75"/>
                    </a:lnTo>
                    <a:lnTo>
                      <a:pt x="128" y="72"/>
                    </a:lnTo>
                    <a:lnTo>
                      <a:pt x="105" y="122"/>
                    </a:lnTo>
                    <a:lnTo>
                      <a:pt x="74" y="118"/>
                    </a:lnTo>
                    <a:lnTo>
                      <a:pt x="61" y="140"/>
                    </a:lnTo>
                    <a:lnTo>
                      <a:pt x="20" y="133"/>
                    </a:lnTo>
                    <a:lnTo>
                      <a:pt x="11" y="146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8" name="Freeform 415"/>
              <p:cNvSpPr/>
              <p:nvPr/>
            </p:nvSpPr>
            <p:spPr bwMode="auto">
              <a:xfrm>
                <a:off x="5102226" y="1265238"/>
                <a:ext cx="388938" cy="319088"/>
              </a:xfrm>
              <a:custGeom>
                <a:avLst/>
                <a:gdLst/>
                <a:ahLst/>
                <a:cxnLst>
                  <a:cxn ang="0">
                    <a:pos x="245" y="201"/>
                  </a:cxn>
                  <a:cxn ang="0">
                    <a:pos x="0" y="201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193"/>
                  </a:cxn>
                  <a:cxn ang="0">
                    <a:pos x="245" y="193"/>
                  </a:cxn>
                  <a:cxn ang="0">
                    <a:pos x="245" y="201"/>
                  </a:cxn>
                </a:cxnLst>
                <a:rect l="0" t="0" r="r" b="b"/>
                <a:pathLst>
                  <a:path w="245" h="201">
                    <a:moveTo>
                      <a:pt x="245" y="201"/>
                    </a:moveTo>
                    <a:lnTo>
                      <a:pt x="0" y="201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193"/>
                    </a:lnTo>
                    <a:lnTo>
                      <a:pt x="245" y="193"/>
                    </a:lnTo>
                    <a:lnTo>
                      <a:pt x="245" y="201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29" name="Freeform 416"/>
              <p:cNvSpPr/>
              <p:nvPr/>
            </p:nvSpPr>
            <p:spPr bwMode="auto">
              <a:xfrm>
                <a:off x="5102226" y="1265238"/>
                <a:ext cx="388938" cy="319088"/>
              </a:xfrm>
              <a:custGeom>
                <a:avLst/>
                <a:gdLst/>
                <a:ahLst/>
                <a:cxnLst>
                  <a:cxn ang="0">
                    <a:pos x="245" y="201"/>
                  </a:cxn>
                  <a:cxn ang="0">
                    <a:pos x="0" y="201"/>
                  </a:cxn>
                  <a:cxn ang="0">
                    <a:pos x="0" y="0"/>
                  </a:cxn>
                  <a:cxn ang="0">
                    <a:pos x="8" y="0"/>
                  </a:cxn>
                  <a:cxn ang="0">
                    <a:pos x="8" y="193"/>
                  </a:cxn>
                  <a:cxn ang="0">
                    <a:pos x="245" y="193"/>
                  </a:cxn>
                  <a:cxn ang="0">
                    <a:pos x="245" y="201"/>
                  </a:cxn>
                </a:cxnLst>
                <a:rect l="0" t="0" r="r" b="b"/>
                <a:pathLst>
                  <a:path w="245" h="201">
                    <a:moveTo>
                      <a:pt x="245" y="201"/>
                    </a:moveTo>
                    <a:lnTo>
                      <a:pt x="0" y="201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193"/>
                    </a:lnTo>
                    <a:lnTo>
                      <a:pt x="245" y="193"/>
                    </a:lnTo>
                    <a:lnTo>
                      <a:pt x="245" y="201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0" name="Freeform 417"/>
              <p:cNvSpPr/>
              <p:nvPr/>
            </p:nvSpPr>
            <p:spPr bwMode="auto">
              <a:xfrm>
                <a:off x="5159376" y="1360488"/>
                <a:ext cx="71438" cy="57150"/>
              </a:xfrm>
              <a:custGeom>
                <a:avLst/>
                <a:gdLst/>
                <a:ahLst/>
                <a:cxnLst>
                  <a:cxn ang="0">
                    <a:pos x="35" y="30"/>
                  </a:cxn>
                  <a:cxn ang="0">
                    <a:pos x="29" y="32"/>
                  </a:cxn>
                  <a:cxn ang="0">
                    <a:pos x="3" y="22"/>
                  </a:cxn>
                  <a:cxn ang="0">
                    <a:pos x="0" y="17"/>
                  </a:cxn>
                  <a:cxn ang="0">
                    <a:pos x="6" y="3"/>
                  </a:cxn>
                  <a:cxn ang="0">
                    <a:pos x="11" y="0"/>
                  </a:cxn>
                  <a:cxn ang="0">
                    <a:pos x="38" y="11"/>
                  </a:cxn>
                  <a:cxn ang="0">
                    <a:pos x="40" y="16"/>
                  </a:cxn>
                  <a:cxn ang="0">
                    <a:pos x="35" y="30"/>
                  </a:cxn>
                </a:cxnLst>
                <a:rect l="0" t="0" r="r" b="b"/>
                <a:pathLst>
                  <a:path w="41" h="33">
                    <a:moveTo>
                      <a:pt x="35" y="30"/>
                    </a:moveTo>
                    <a:cubicBezTo>
                      <a:pt x="34" y="32"/>
                      <a:pt x="31" y="33"/>
                      <a:pt x="29" y="3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1" y="21"/>
                      <a:pt x="0" y="19"/>
                      <a:pt x="0" y="17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7" y="1"/>
                      <a:pt x="9" y="0"/>
                      <a:pt x="11" y="0"/>
                    </a:cubicBezTo>
                    <a:cubicBezTo>
                      <a:pt x="38" y="11"/>
                      <a:pt x="38" y="11"/>
                      <a:pt x="38" y="11"/>
                    </a:cubicBezTo>
                    <a:cubicBezTo>
                      <a:pt x="40" y="12"/>
                      <a:pt x="41" y="14"/>
                      <a:pt x="40" y="16"/>
                    </a:cubicBezTo>
                    <a:cubicBezTo>
                      <a:pt x="35" y="30"/>
                      <a:pt x="35" y="30"/>
                      <a:pt x="35" y="30"/>
                    </a:cubicBez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1" name="Rectangle 418"/>
              <p:cNvSpPr>
                <a:spLocks noChangeArrowheads="1"/>
              </p:cNvSpPr>
              <p:nvPr/>
            </p:nvSpPr>
            <p:spPr bwMode="auto">
              <a:xfrm>
                <a:off x="5110163" y="1290638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2" name="Rectangle 419"/>
              <p:cNvSpPr>
                <a:spLocks noChangeArrowheads="1"/>
              </p:cNvSpPr>
              <p:nvPr/>
            </p:nvSpPr>
            <p:spPr bwMode="auto">
              <a:xfrm>
                <a:off x="5110163" y="1290638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3" name="Rectangle 420"/>
              <p:cNvSpPr>
                <a:spLocks noChangeArrowheads="1"/>
              </p:cNvSpPr>
              <p:nvPr/>
            </p:nvSpPr>
            <p:spPr bwMode="auto">
              <a:xfrm>
                <a:off x="5110163" y="1347788"/>
                <a:ext cx="22225" cy="14288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4" name="Rectangle 421"/>
              <p:cNvSpPr>
                <a:spLocks noChangeArrowheads="1"/>
              </p:cNvSpPr>
              <p:nvPr/>
            </p:nvSpPr>
            <p:spPr bwMode="auto">
              <a:xfrm>
                <a:off x="5110163" y="1347788"/>
                <a:ext cx="22225" cy="14288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5" name="Rectangle 422"/>
              <p:cNvSpPr>
                <a:spLocks noChangeArrowheads="1"/>
              </p:cNvSpPr>
              <p:nvPr/>
            </p:nvSpPr>
            <p:spPr bwMode="auto">
              <a:xfrm>
                <a:off x="5110163" y="1406526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6" name="Rectangle 423"/>
              <p:cNvSpPr>
                <a:spLocks noChangeArrowheads="1"/>
              </p:cNvSpPr>
              <p:nvPr/>
            </p:nvSpPr>
            <p:spPr bwMode="auto">
              <a:xfrm>
                <a:off x="5110163" y="1406526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7" name="Rectangle 424"/>
              <p:cNvSpPr>
                <a:spLocks noChangeArrowheads="1"/>
              </p:cNvSpPr>
              <p:nvPr/>
            </p:nvSpPr>
            <p:spPr bwMode="auto">
              <a:xfrm>
                <a:off x="5110163" y="1465263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8" name="Rectangle 425"/>
              <p:cNvSpPr>
                <a:spLocks noChangeArrowheads="1"/>
              </p:cNvSpPr>
              <p:nvPr/>
            </p:nvSpPr>
            <p:spPr bwMode="auto">
              <a:xfrm>
                <a:off x="5110163" y="1465263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39" name="Rectangle 426"/>
              <p:cNvSpPr>
                <a:spLocks noChangeArrowheads="1"/>
              </p:cNvSpPr>
              <p:nvPr/>
            </p:nvSpPr>
            <p:spPr bwMode="auto">
              <a:xfrm>
                <a:off x="5110163" y="1524001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0" name="Rectangle 427"/>
              <p:cNvSpPr>
                <a:spLocks noChangeArrowheads="1"/>
              </p:cNvSpPr>
              <p:nvPr/>
            </p:nvSpPr>
            <p:spPr bwMode="auto">
              <a:xfrm>
                <a:off x="5110163" y="1524001"/>
                <a:ext cx="22225" cy="12700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Rectangle 428"/>
              <p:cNvSpPr>
                <a:spLocks noChangeArrowheads="1"/>
              </p:cNvSpPr>
              <p:nvPr/>
            </p:nvSpPr>
            <p:spPr bwMode="auto">
              <a:xfrm>
                <a:off x="5395913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Rectangle 429"/>
              <p:cNvSpPr>
                <a:spLocks noChangeArrowheads="1"/>
              </p:cNvSpPr>
              <p:nvPr/>
            </p:nvSpPr>
            <p:spPr bwMode="auto">
              <a:xfrm>
                <a:off x="5395913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3" name="Rectangle 430"/>
              <p:cNvSpPr>
                <a:spLocks noChangeArrowheads="1"/>
              </p:cNvSpPr>
              <p:nvPr/>
            </p:nvSpPr>
            <p:spPr bwMode="auto">
              <a:xfrm>
                <a:off x="5454651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4" name="Rectangle 431"/>
              <p:cNvSpPr>
                <a:spLocks noChangeArrowheads="1"/>
              </p:cNvSpPr>
              <p:nvPr/>
            </p:nvSpPr>
            <p:spPr bwMode="auto">
              <a:xfrm>
                <a:off x="5454651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Rectangle 432"/>
              <p:cNvSpPr>
                <a:spLocks noChangeArrowheads="1"/>
              </p:cNvSpPr>
              <p:nvPr/>
            </p:nvSpPr>
            <p:spPr bwMode="auto">
              <a:xfrm>
                <a:off x="5337176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Rectangle 433"/>
              <p:cNvSpPr>
                <a:spLocks noChangeArrowheads="1"/>
              </p:cNvSpPr>
              <p:nvPr/>
            </p:nvSpPr>
            <p:spPr bwMode="auto">
              <a:xfrm>
                <a:off x="5337176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7" name="Rectangle 434"/>
              <p:cNvSpPr>
                <a:spLocks noChangeArrowheads="1"/>
              </p:cNvSpPr>
              <p:nvPr/>
            </p:nvSpPr>
            <p:spPr bwMode="auto">
              <a:xfrm>
                <a:off x="5278438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8" name="Rectangle 435"/>
              <p:cNvSpPr>
                <a:spLocks noChangeArrowheads="1"/>
              </p:cNvSpPr>
              <p:nvPr/>
            </p:nvSpPr>
            <p:spPr bwMode="auto">
              <a:xfrm>
                <a:off x="5278438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49" name="Rectangle 436"/>
              <p:cNvSpPr>
                <a:spLocks noChangeArrowheads="1"/>
              </p:cNvSpPr>
              <p:nvPr/>
            </p:nvSpPr>
            <p:spPr bwMode="auto">
              <a:xfrm>
                <a:off x="5219701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0" name="Rectangle 437"/>
              <p:cNvSpPr>
                <a:spLocks noChangeArrowheads="1"/>
              </p:cNvSpPr>
              <p:nvPr/>
            </p:nvSpPr>
            <p:spPr bwMode="auto">
              <a:xfrm>
                <a:off x="5219701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1" name="Rectangle 438"/>
              <p:cNvSpPr>
                <a:spLocks noChangeArrowheads="1"/>
              </p:cNvSpPr>
              <p:nvPr/>
            </p:nvSpPr>
            <p:spPr bwMode="auto">
              <a:xfrm>
                <a:off x="5160963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2" name="Rectangle 439"/>
              <p:cNvSpPr>
                <a:spLocks noChangeArrowheads="1"/>
              </p:cNvSpPr>
              <p:nvPr/>
            </p:nvSpPr>
            <p:spPr bwMode="auto">
              <a:xfrm>
                <a:off x="5160963" y="1554163"/>
                <a:ext cx="12700" cy="22225"/>
              </a:xfrm>
              <a:prstGeom prst="rect">
                <a:avLst/>
              </a:prstGeom>
              <a:grpFill/>
              <a:ln w="9525">
                <a:solidFill>
                  <a:schemeClr val="bg1"/>
                </a:solidFill>
                <a:miter lim="800000"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3" name="Freeform 440"/>
              <p:cNvSpPr/>
              <p:nvPr/>
            </p:nvSpPr>
            <p:spPr bwMode="auto">
              <a:xfrm>
                <a:off x="5410201" y="1271588"/>
                <a:ext cx="68263" cy="6350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35" y="0"/>
                  </a:cxn>
                  <a:cxn ang="0">
                    <a:pos x="43" y="40"/>
                  </a:cxn>
                  <a:cxn ang="0">
                    <a:pos x="0" y="23"/>
                  </a:cxn>
                </a:cxnLst>
                <a:rect l="0" t="0" r="r" b="b"/>
                <a:pathLst>
                  <a:path w="43" h="40">
                    <a:moveTo>
                      <a:pt x="0" y="23"/>
                    </a:moveTo>
                    <a:lnTo>
                      <a:pt x="35" y="0"/>
                    </a:lnTo>
                    <a:lnTo>
                      <a:pt x="43" y="40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  <p:sp>
            <p:nvSpPr>
              <p:cNvPr id="54" name="Freeform 441"/>
              <p:cNvSpPr/>
              <p:nvPr/>
            </p:nvSpPr>
            <p:spPr bwMode="auto">
              <a:xfrm>
                <a:off x="5410201" y="1271588"/>
                <a:ext cx="68263" cy="63500"/>
              </a:xfrm>
              <a:custGeom>
                <a:avLst/>
                <a:gdLst/>
                <a:ahLst/>
                <a:cxnLst>
                  <a:cxn ang="0">
                    <a:pos x="0" y="23"/>
                  </a:cxn>
                  <a:cxn ang="0">
                    <a:pos x="35" y="0"/>
                  </a:cxn>
                  <a:cxn ang="0">
                    <a:pos x="43" y="40"/>
                  </a:cxn>
                  <a:cxn ang="0">
                    <a:pos x="0" y="23"/>
                  </a:cxn>
                </a:cxnLst>
                <a:rect l="0" t="0" r="r" b="b"/>
                <a:pathLst>
                  <a:path w="43" h="40">
                    <a:moveTo>
                      <a:pt x="0" y="23"/>
                    </a:moveTo>
                    <a:lnTo>
                      <a:pt x="35" y="0"/>
                    </a:lnTo>
                    <a:lnTo>
                      <a:pt x="43" y="40"/>
                    </a:lnTo>
                    <a:lnTo>
                      <a:pt x="0" y="23"/>
                    </a:lnTo>
                  </a:path>
                </a:pathLst>
              </a:custGeom>
              <a:grpFill/>
              <a:ln w="9525">
                <a:solidFill>
                  <a:schemeClr val="bg1"/>
                </a:solidFill>
                <a:round/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45235"/>
                <a:endParaRPr lang="en-US" sz="2400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3887788" y="2835274"/>
              <a:ext cx="347663" cy="325438"/>
            </a:xfrm>
            <a:custGeom>
              <a:avLst/>
              <a:gdLst/>
              <a:ahLst/>
              <a:cxnLst>
                <a:cxn ang="0">
                  <a:pos x="87" y="43"/>
                </a:cxn>
                <a:cxn ang="0">
                  <a:pos x="75" y="28"/>
                </a:cxn>
                <a:cxn ang="0">
                  <a:pos x="60" y="14"/>
                </a:cxn>
                <a:cxn ang="0">
                  <a:pos x="41" y="19"/>
                </a:cxn>
                <a:cxn ang="0">
                  <a:pos x="23" y="26"/>
                </a:cxn>
                <a:cxn ang="0">
                  <a:pos x="6" y="36"/>
                </a:cxn>
                <a:cxn ang="0">
                  <a:pos x="6" y="56"/>
                </a:cxn>
                <a:cxn ang="0">
                  <a:pos x="8" y="76"/>
                </a:cxn>
                <a:cxn ang="0">
                  <a:pos x="14" y="95"/>
                </a:cxn>
                <a:cxn ang="0">
                  <a:pos x="33" y="100"/>
                </a:cxn>
                <a:cxn ang="0">
                  <a:pos x="52" y="103"/>
                </a:cxn>
                <a:cxn ang="0">
                  <a:pos x="72" y="102"/>
                </a:cxn>
                <a:cxn ang="0">
                  <a:pos x="82" y="85"/>
                </a:cxn>
                <a:cxn ang="0">
                  <a:pos x="90" y="67"/>
                </a:cxn>
                <a:cxn ang="0">
                  <a:pos x="53" y="99"/>
                </a:cxn>
                <a:cxn ang="0">
                  <a:pos x="40" y="74"/>
                </a:cxn>
                <a:cxn ang="0">
                  <a:pos x="12" y="76"/>
                </a:cxn>
                <a:cxn ang="0">
                  <a:pos x="40" y="47"/>
                </a:cxn>
                <a:cxn ang="0">
                  <a:pos x="53" y="22"/>
                </a:cxn>
                <a:cxn ang="0">
                  <a:pos x="43" y="71"/>
                </a:cxn>
                <a:cxn ang="0">
                  <a:pos x="37" y="60"/>
                </a:cxn>
                <a:cxn ang="0">
                  <a:pos x="55" y="48"/>
                </a:cxn>
                <a:cxn ang="0">
                  <a:pos x="54" y="70"/>
                </a:cxn>
                <a:cxn ang="0">
                  <a:pos x="84" y="76"/>
                </a:cxn>
                <a:cxn ang="0">
                  <a:pos x="48" y="49"/>
                </a:cxn>
                <a:cxn ang="0">
                  <a:pos x="48" y="67"/>
                </a:cxn>
                <a:cxn ang="0">
                  <a:pos x="113" y="12"/>
                </a:cxn>
                <a:cxn ang="0">
                  <a:pos x="111" y="5"/>
                </a:cxn>
                <a:cxn ang="0">
                  <a:pos x="104" y="3"/>
                </a:cxn>
                <a:cxn ang="0">
                  <a:pos x="97" y="2"/>
                </a:cxn>
                <a:cxn ang="0">
                  <a:pos x="90" y="2"/>
                </a:cxn>
                <a:cxn ang="0">
                  <a:pos x="86" y="8"/>
                </a:cxn>
                <a:cxn ang="0">
                  <a:pos x="84" y="15"/>
                </a:cxn>
                <a:cxn ang="0">
                  <a:pos x="82" y="22"/>
                </a:cxn>
                <a:cxn ang="0">
                  <a:pos x="87" y="27"/>
                </a:cxn>
                <a:cxn ang="0">
                  <a:pos x="93" y="32"/>
                </a:cxn>
                <a:cxn ang="0">
                  <a:pos x="99" y="35"/>
                </a:cxn>
                <a:cxn ang="0">
                  <a:pos x="105" y="32"/>
                </a:cxn>
                <a:cxn ang="0">
                  <a:pos x="111" y="27"/>
                </a:cxn>
                <a:cxn ang="0">
                  <a:pos x="116" y="22"/>
                </a:cxn>
                <a:cxn ang="0">
                  <a:pos x="101" y="32"/>
                </a:cxn>
                <a:cxn ang="0">
                  <a:pos x="96" y="22"/>
                </a:cxn>
                <a:cxn ang="0">
                  <a:pos x="93" y="18"/>
                </a:cxn>
                <a:cxn ang="0">
                  <a:pos x="96" y="13"/>
                </a:cxn>
                <a:cxn ang="0">
                  <a:pos x="101" y="3"/>
                </a:cxn>
                <a:cxn ang="0">
                  <a:pos x="97" y="21"/>
                </a:cxn>
                <a:cxn ang="0">
                  <a:pos x="95" y="17"/>
                </a:cxn>
                <a:cxn ang="0">
                  <a:pos x="102" y="13"/>
                </a:cxn>
                <a:cxn ang="0">
                  <a:pos x="101" y="21"/>
                </a:cxn>
                <a:cxn ang="0">
                  <a:pos x="112" y="23"/>
                </a:cxn>
                <a:cxn ang="0">
                  <a:pos x="99" y="13"/>
                </a:cxn>
                <a:cxn ang="0">
                  <a:pos x="99" y="20"/>
                </a:cxn>
              </a:cxnLst>
              <a:rect l="0" t="0" r="r" b="b"/>
              <a:pathLst>
                <a:path w="117" h="109">
                  <a:moveTo>
                    <a:pt x="90" y="56"/>
                  </a:moveTo>
                  <a:cubicBezTo>
                    <a:pt x="90" y="55"/>
                    <a:pt x="90" y="55"/>
                    <a:pt x="90" y="54"/>
                  </a:cubicBezTo>
                  <a:cubicBezTo>
                    <a:pt x="92" y="53"/>
                    <a:pt x="95" y="49"/>
                    <a:pt x="95" y="48"/>
                  </a:cubicBezTo>
                  <a:cubicBezTo>
                    <a:pt x="94" y="47"/>
                    <a:pt x="90" y="45"/>
                    <a:pt x="88" y="46"/>
                  </a:cubicBezTo>
                  <a:cubicBezTo>
                    <a:pt x="87" y="45"/>
                    <a:pt x="87" y="44"/>
                    <a:pt x="87" y="43"/>
                  </a:cubicBezTo>
                  <a:cubicBezTo>
                    <a:pt x="88" y="42"/>
                    <a:pt x="90" y="37"/>
                    <a:pt x="90" y="36"/>
                  </a:cubicBezTo>
                  <a:cubicBezTo>
                    <a:pt x="89" y="35"/>
                    <a:pt x="84" y="35"/>
                    <a:pt x="82" y="36"/>
                  </a:cubicBezTo>
                  <a:cubicBezTo>
                    <a:pt x="82" y="35"/>
                    <a:pt x="81" y="34"/>
                    <a:pt x="81" y="34"/>
                  </a:cubicBezTo>
                  <a:cubicBezTo>
                    <a:pt x="82" y="32"/>
                    <a:pt x="83" y="27"/>
                    <a:pt x="82" y="26"/>
                  </a:cubicBezTo>
                  <a:cubicBezTo>
                    <a:pt x="81" y="26"/>
                    <a:pt x="76" y="26"/>
                    <a:pt x="75" y="28"/>
                  </a:cubicBezTo>
                  <a:cubicBezTo>
                    <a:pt x="74" y="27"/>
                    <a:pt x="73" y="27"/>
                    <a:pt x="73" y="26"/>
                  </a:cubicBezTo>
                  <a:cubicBezTo>
                    <a:pt x="74" y="24"/>
                    <a:pt x="73" y="19"/>
                    <a:pt x="72" y="19"/>
                  </a:cubicBezTo>
                  <a:cubicBezTo>
                    <a:pt x="71" y="18"/>
                    <a:pt x="67" y="20"/>
                    <a:pt x="65" y="22"/>
                  </a:cubicBezTo>
                  <a:cubicBezTo>
                    <a:pt x="65" y="22"/>
                    <a:pt x="64" y="21"/>
                    <a:pt x="63" y="21"/>
                  </a:cubicBezTo>
                  <a:cubicBezTo>
                    <a:pt x="63" y="19"/>
                    <a:pt x="61" y="14"/>
                    <a:pt x="60" y="14"/>
                  </a:cubicBezTo>
                  <a:cubicBezTo>
                    <a:pt x="59" y="14"/>
                    <a:pt x="55" y="17"/>
                    <a:pt x="55" y="19"/>
                  </a:cubicBezTo>
                  <a:cubicBezTo>
                    <a:pt x="54" y="19"/>
                    <a:pt x="53" y="18"/>
                    <a:pt x="52" y="18"/>
                  </a:cubicBezTo>
                  <a:cubicBezTo>
                    <a:pt x="52" y="16"/>
                    <a:pt x="49" y="12"/>
                    <a:pt x="48" y="12"/>
                  </a:cubicBezTo>
                  <a:cubicBezTo>
                    <a:pt x="47" y="12"/>
                    <a:pt x="44" y="16"/>
                    <a:pt x="44" y="18"/>
                  </a:cubicBezTo>
                  <a:cubicBezTo>
                    <a:pt x="43" y="18"/>
                    <a:pt x="42" y="19"/>
                    <a:pt x="41" y="19"/>
                  </a:cubicBezTo>
                  <a:cubicBezTo>
                    <a:pt x="40" y="17"/>
                    <a:pt x="37" y="14"/>
                    <a:pt x="35" y="14"/>
                  </a:cubicBezTo>
                  <a:cubicBezTo>
                    <a:pt x="34" y="14"/>
                    <a:pt x="32" y="19"/>
                    <a:pt x="33" y="21"/>
                  </a:cubicBezTo>
                  <a:cubicBezTo>
                    <a:pt x="32" y="21"/>
                    <a:pt x="31" y="22"/>
                    <a:pt x="31" y="22"/>
                  </a:cubicBezTo>
                  <a:cubicBezTo>
                    <a:pt x="29" y="20"/>
                    <a:pt x="25" y="18"/>
                    <a:pt x="24" y="19"/>
                  </a:cubicBezTo>
                  <a:cubicBezTo>
                    <a:pt x="23" y="19"/>
                    <a:pt x="22" y="24"/>
                    <a:pt x="23" y="26"/>
                  </a:cubicBezTo>
                  <a:cubicBezTo>
                    <a:pt x="22" y="27"/>
                    <a:pt x="22" y="27"/>
                    <a:pt x="21" y="28"/>
                  </a:cubicBezTo>
                  <a:cubicBezTo>
                    <a:pt x="19" y="26"/>
                    <a:pt x="15" y="26"/>
                    <a:pt x="14" y="26"/>
                  </a:cubicBezTo>
                  <a:cubicBezTo>
                    <a:pt x="13" y="27"/>
                    <a:pt x="14" y="32"/>
                    <a:pt x="15" y="34"/>
                  </a:cubicBezTo>
                  <a:cubicBezTo>
                    <a:pt x="15" y="34"/>
                    <a:pt x="14" y="35"/>
                    <a:pt x="14" y="36"/>
                  </a:cubicBezTo>
                  <a:cubicBezTo>
                    <a:pt x="12" y="35"/>
                    <a:pt x="7" y="35"/>
                    <a:pt x="6" y="36"/>
                  </a:cubicBezTo>
                  <a:cubicBezTo>
                    <a:pt x="6" y="37"/>
                    <a:pt x="7" y="42"/>
                    <a:pt x="9" y="43"/>
                  </a:cubicBezTo>
                  <a:cubicBezTo>
                    <a:pt x="9" y="44"/>
                    <a:pt x="9" y="45"/>
                    <a:pt x="8" y="46"/>
                  </a:cubicBezTo>
                  <a:cubicBezTo>
                    <a:pt x="6" y="45"/>
                    <a:pt x="2" y="47"/>
                    <a:pt x="1" y="48"/>
                  </a:cubicBezTo>
                  <a:cubicBezTo>
                    <a:pt x="1" y="49"/>
                    <a:pt x="4" y="53"/>
                    <a:pt x="6" y="54"/>
                  </a:cubicBezTo>
                  <a:cubicBezTo>
                    <a:pt x="6" y="55"/>
                    <a:pt x="6" y="55"/>
                    <a:pt x="6" y="56"/>
                  </a:cubicBezTo>
                  <a:cubicBezTo>
                    <a:pt x="4" y="56"/>
                    <a:pt x="0" y="59"/>
                    <a:pt x="0" y="61"/>
                  </a:cubicBezTo>
                  <a:cubicBezTo>
                    <a:pt x="0" y="62"/>
                    <a:pt x="4" y="65"/>
                    <a:pt x="6" y="65"/>
                  </a:cubicBezTo>
                  <a:cubicBezTo>
                    <a:pt x="6" y="66"/>
                    <a:pt x="6" y="67"/>
                    <a:pt x="6" y="67"/>
                  </a:cubicBezTo>
                  <a:cubicBezTo>
                    <a:pt x="4" y="68"/>
                    <a:pt x="1" y="72"/>
                    <a:pt x="1" y="73"/>
                  </a:cubicBezTo>
                  <a:cubicBezTo>
                    <a:pt x="2" y="74"/>
                    <a:pt x="6" y="76"/>
                    <a:pt x="8" y="76"/>
                  </a:cubicBezTo>
                  <a:cubicBezTo>
                    <a:pt x="9" y="76"/>
                    <a:pt x="9" y="77"/>
                    <a:pt x="9" y="78"/>
                  </a:cubicBezTo>
                  <a:cubicBezTo>
                    <a:pt x="7" y="79"/>
                    <a:pt x="6" y="84"/>
                    <a:pt x="6" y="85"/>
                  </a:cubicBezTo>
                  <a:cubicBezTo>
                    <a:pt x="7" y="86"/>
                    <a:pt x="12" y="86"/>
                    <a:pt x="14" y="85"/>
                  </a:cubicBezTo>
                  <a:cubicBezTo>
                    <a:pt x="14" y="86"/>
                    <a:pt x="15" y="87"/>
                    <a:pt x="15" y="87"/>
                  </a:cubicBezTo>
                  <a:cubicBezTo>
                    <a:pt x="14" y="89"/>
                    <a:pt x="13" y="94"/>
                    <a:pt x="14" y="95"/>
                  </a:cubicBezTo>
                  <a:cubicBezTo>
                    <a:pt x="15" y="96"/>
                    <a:pt x="20" y="95"/>
                    <a:pt x="21" y="93"/>
                  </a:cubicBezTo>
                  <a:cubicBezTo>
                    <a:pt x="22" y="94"/>
                    <a:pt x="22" y="95"/>
                    <a:pt x="23" y="95"/>
                  </a:cubicBezTo>
                  <a:cubicBezTo>
                    <a:pt x="22" y="97"/>
                    <a:pt x="23" y="102"/>
                    <a:pt x="24" y="102"/>
                  </a:cubicBezTo>
                  <a:cubicBezTo>
                    <a:pt x="25" y="103"/>
                    <a:pt x="29" y="101"/>
                    <a:pt x="31" y="99"/>
                  </a:cubicBezTo>
                  <a:cubicBezTo>
                    <a:pt x="31" y="100"/>
                    <a:pt x="32" y="100"/>
                    <a:pt x="33" y="100"/>
                  </a:cubicBezTo>
                  <a:cubicBezTo>
                    <a:pt x="32" y="102"/>
                    <a:pt x="34" y="107"/>
                    <a:pt x="35" y="107"/>
                  </a:cubicBezTo>
                  <a:cubicBezTo>
                    <a:pt x="37" y="108"/>
                    <a:pt x="40" y="105"/>
                    <a:pt x="41" y="102"/>
                  </a:cubicBezTo>
                  <a:cubicBezTo>
                    <a:pt x="42" y="103"/>
                    <a:pt x="43" y="103"/>
                    <a:pt x="44" y="103"/>
                  </a:cubicBezTo>
                  <a:cubicBezTo>
                    <a:pt x="44" y="105"/>
                    <a:pt x="47" y="109"/>
                    <a:pt x="48" y="109"/>
                  </a:cubicBezTo>
                  <a:cubicBezTo>
                    <a:pt x="49" y="109"/>
                    <a:pt x="52" y="105"/>
                    <a:pt x="52" y="103"/>
                  </a:cubicBezTo>
                  <a:cubicBezTo>
                    <a:pt x="53" y="103"/>
                    <a:pt x="54" y="103"/>
                    <a:pt x="55" y="103"/>
                  </a:cubicBezTo>
                  <a:cubicBezTo>
                    <a:pt x="55" y="105"/>
                    <a:pt x="59" y="108"/>
                    <a:pt x="60" y="107"/>
                  </a:cubicBezTo>
                  <a:cubicBezTo>
                    <a:pt x="61" y="107"/>
                    <a:pt x="63" y="102"/>
                    <a:pt x="63" y="100"/>
                  </a:cubicBezTo>
                  <a:cubicBezTo>
                    <a:pt x="64" y="100"/>
                    <a:pt x="65" y="100"/>
                    <a:pt x="65" y="99"/>
                  </a:cubicBezTo>
                  <a:cubicBezTo>
                    <a:pt x="67" y="101"/>
                    <a:pt x="71" y="103"/>
                    <a:pt x="72" y="102"/>
                  </a:cubicBezTo>
                  <a:cubicBezTo>
                    <a:pt x="73" y="102"/>
                    <a:pt x="74" y="97"/>
                    <a:pt x="73" y="95"/>
                  </a:cubicBezTo>
                  <a:cubicBezTo>
                    <a:pt x="73" y="95"/>
                    <a:pt x="74" y="94"/>
                    <a:pt x="75" y="93"/>
                  </a:cubicBezTo>
                  <a:cubicBezTo>
                    <a:pt x="76" y="95"/>
                    <a:pt x="81" y="96"/>
                    <a:pt x="82" y="95"/>
                  </a:cubicBezTo>
                  <a:cubicBezTo>
                    <a:pt x="83" y="94"/>
                    <a:pt x="82" y="89"/>
                    <a:pt x="81" y="87"/>
                  </a:cubicBezTo>
                  <a:cubicBezTo>
                    <a:pt x="81" y="87"/>
                    <a:pt x="82" y="86"/>
                    <a:pt x="82" y="85"/>
                  </a:cubicBezTo>
                  <a:cubicBezTo>
                    <a:pt x="84" y="86"/>
                    <a:pt x="89" y="86"/>
                    <a:pt x="90" y="85"/>
                  </a:cubicBezTo>
                  <a:cubicBezTo>
                    <a:pt x="90" y="84"/>
                    <a:pt x="88" y="79"/>
                    <a:pt x="87" y="78"/>
                  </a:cubicBezTo>
                  <a:cubicBezTo>
                    <a:pt x="87" y="77"/>
                    <a:pt x="87" y="76"/>
                    <a:pt x="88" y="76"/>
                  </a:cubicBezTo>
                  <a:cubicBezTo>
                    <a:pt x="90" y="76"/>
                    <a:pt x="94" y="74"/>
                    <a:pt x="95" y="73"/>
                  </a:cubicBezTo>
                  <a:cubicBezTo>
                    <a:pt x="95" y="72"/>
                    <a:pt x="92" y="68"/>
                    <a:pt x="90" y="67"/>
                  </a:cubicBezTo>
                  <a:cubicBezTo>
                    <a:pt x="90" y="67"/>
                    <a:pt x="90" y="66"/>
                    <a:pt x="90" y="65"/>
                  </a:cubicBezTo>
                  <a:cubicBezTo>
                    <a:pt x="92" y="65"/>
                    <a:pt x="96" y="62"/>
                    <a:pt x="96" y="61"/>
                  </a:cubicBezTo>
                  <a:cubicBezTo>
                    <a:pt x="96" y="59"/>
                    <a:pt x="92" y="56"/>
                    <a:pt x="90" y="56"/>
                  </a:cubicBezTo>
                  <a:close/>
                  <a:moveTo>
                    <a:pt x="58" y="98"/>
                  </a:moveTo>
                  <a:cubicBezTo>
                    <a:pt x="56" y="99"/>
                    <a:pt x="55" y="99"/>
                    <a:pt x="53" y="99"/>
                  </a:cubicBezTo>
                  <a:cubicBezTo>
                    <a:pt x="54" y="91"/>
                    <a:pt x="59" y="80"/>
                    <a:pt x="56" y="74"/>
                  </a:cubicBezTo>
                  <a:cubicBezTo>
                    <a:pt x="60" y="80"/>
                    <a:pt x="71" y="81"/>
                    <a:pt x="79" y="84"/>
                  </a:cubicBezTo>
                  <a:cubicBezTo>
                    <a:pt x="74" y="91"/>
                    <a:pt x="67" y="96"/>
                    <a:pt x="58" y="98"/>
                  </a:cubicBezTo>
                  <a:close/>
                  <a:moveTo>
                    <a:pt x="17" y="84"/>
                  </a:moveTo>
                  <a:cubicBezTo>
                    <a:pt x="24" y="81"/>
                    <a:pt x="36" y="80"/>
                    <a:pt x="40" y="74"/>
                  </a:cubicBezTo>
                  <a:cubicBezTo>
                    <a:pt x="37" y="80"/>
                    <a:pt x="42" y="91"/>
                    <a:pt x="43" y="99"/>
                  </a:cubicBezTo>
                  <a:cubicBezTo>
                    <a:pt x="33" y="98"/>
                    <a:pt x="23" y="93"/>
                    <a:pt x="17" y="84"/>
                  </a:cubicBezTo>
                  <a:close/>
                  <a:moveTo>
                    <a:pt x="12" y="45"/>
                  </a:moveTo>
                  <a:cubicBezTo>
                    <a:pt x="19" y="50"/>
                    <a:pt x="26" y="60"/>
                    <a:pt x="32" y="61"/>
                  </a:cubicBezTo>
                  <a:cubicBezTo>
                    <a:pt x="26" y="61"/>
                    <a:pt x="19" y="71"/>
                    <a:pt x="12" y="76"/>
                  </a:cubicBezTo>
                  <a:cubicBezTo>
                    <a:pt x="11" y="74"/>
                    <a:pt x="11" y="72"/>
                    <a:pt x="10" y="71"/>
                  </a:cubicBezTo>
                  <a:cubicBezTo>
                    <a:pt x="8" y="62"/>
                    <a:pt x="9" y="53"/>
                    <a:pt x="12" y="45"/>
                  </a:cubicBezTo>
                  <a:close/>
                  <a:moveTo>
                    <a:pt x="38" y="23"/>
                  </a:moveTo>
                  <a:cubicBezTo>
                    <a:pt x="40" y="22"/>
                    <a:pt x="41" y="22"/>
                    <a:pt x="43" y="22"/>
                  </a:cubicBezTo>
                  <a:cubicBezTo>
                    <a:pt x="42" y="30"/>
                    <a:pt x="37" y="41"/>
                    <a:pt x="40" y="47"/>
                  </a:cubicBezTo>
                  <a:cubicBezTo>
                    <a:pt x="36" y="41"/>
                    <a:pt x="24" y="40"/>
                    <a:pt x="17" y="37"/>
                  </a:cubicBezTo>
                  <a:cubicBezTo>
                    <a:pt x="22" y="30"/>
                    <a:pt x="29" y="25"/>
                    <a:pt x="38" y="23"/>
                  </a:cubicBezTo>
                  <a:close/>
                  <a:moveTo>
                    <a:pt x="79" y="37"/>
                  </a:moveTo>
                  <a:cubicBezTo>
                    <a:pt x="71" y="40"/>
                    <a:pt x="60" y="41"/>
                    <a:pt x="56" y="47"/>
                  </a:cubicBezTo>
                  <a:cubicBezTo>
                    <a:pt x="59" y="41"/>
                    <a:pt x="54" y="30"/>
                    <a:pt x="53" y="22"/>
                  </a:cubicBezTo>
                  <a:cubicBezTo>
                    <a:pt x="63" y="23"/>
                    <a:pt x="73" y="29"/>
                    <a:pt x="79" y="37"/>
                  </a:cubicBezTo>
                  <a:close/>
                  <a:moveTo>
                    <a:pt x="54" y="70"/>
                  </a:moveTo>
                  <a:cubicBezTo>
                    <a:pt x="54" y="71"/>
                    <a:pt x="55" y="72"/>
                    <a:pt x="55" y="73"/>
                  </a:cubicBezTo>
                  <a:cubicBezTo>
                    <a:pt x="55" y="72"/>
                    <a:pt x="54" y="71"/>
                    <a:pt x="53" y="71"/>
                  </a:cubicBezTo>
                  <a:cubicBezTo>
                    <a:pt x="51" y="74"/>
                    <a:pt x="45" y="74"/>
                    <a:pt x="43" y="71"/>
                  </a:cubicBezTo>
                  <a:cubicBezTo>
                    <a:pt x="42" y="71"/>
                    <a:pt x="41" y="72"/>
                    <a:pt x="41" y="73"/>
                  </a:cubicBezTo>
                  <a:cubicBezTo>
                    <a:pt x="41" y="72"/>
                    <a:pt x="41" y="71"/>
                    <a:pt x="42" y="70"/>
                  </a:cubicBezTo>
                  <a:cubicBezTo>
                    <a:pt x="37" y="70"/>
                    <a:pt x="35" y="65"/>
                    <a:pt x="37" y="62"/>
                  </a:cubicBezTo>
                  <a:cubicBezTo>
                    <a:pt x="36" y="61"/>
                    <a:pt x="35" y="61"/>
                    <a:pt x="34" y="61"/>
                  </a:cubicBezTo>
                  <a:cubicBezTo>
                    <a:pt x="35" y="61"/>
                    <a:pt x="36" y="60"/>
                    <a:pt x="37" y="60"/>
                  </a:cubicBezTo>
                  <a:cubicBezTo>
                    <a:pt x="35" y="56"/>
                    <a:pt x="37" y="51"/>
                    <a:pt x="42" y="51"/>
                  </a:cubicBezTo>
                  <a:cubicBezTo>
                    <a:pt x="41" y="50"/>
                    <a:pt x="41" y="49"/>
                    <a:pt x="41" y="48"/>
                  </a:cubicBezTo>
                  <a:cubicBezTo>
                    <a:pt x="41" y="49"/>
                    <a:pt x="42" y="50"/>
                    <a:pt x="43" y="50"/>
                  </a:cubicBezTo>
                  <a:cubicBezTo>
                    <a:pt x="45" y="47"/>
                    <a:pt x="51" y="47"/>
                    <a:pt x="53" y="50"/>
                  </a:cubicBezTo>
                  <a:cubicBezTo>
                    <a:pt x="54" y="50"/>
                    <a:pt x="55" y="49"/>
                    <a:pt x="55" y="48"/>
                  </a:cubicBezTo>
                  <a:cubicBezTo>
                    <a:pt x="55" y="49"/>
                    <a:pt x="54" y="50"/>
                    <a:pt x="54" y="51"/>
                  </a:cubicBezTo>
                  <a:cubicBezTo>
                    <a:pt x="59" y="51"/>
                    <a:pt x="61" y="56"/>
                    <a:pt x="59" y="60"/>
                  </a:cubicBezTo>
                  <a:cubicBezTo>
                    <a:pt x="60" y="60"/>
                    <a:pt x="61" y="61"/>
                    <a:pt x="62" y="61"/>
                  </a:cubicBezTo>
                  <a:cubicBezTo>
                    <a:pt x="61" y="61"/>
                    <a:pt x="60" y="61"/>
                    <a:pt x="59" y="62"/>
                  </a:cubicBezTo>
                  <a:cubicBezTo>
                    <a:pt x="61" y="65"/>
                    <a:pt x="59" y="70"/>
                    <a:pt x="54" y="70"/>
                  </a:cubicBezTo>
                  <a:close/>
                  <a:moveTo>
                    <a:pt x="84" y="76"/>
                  </a:moveTo>
                  <a:cubicBezTo>
                    <a:pt x="77" y="71"/>
                    <a:pt x="70" y="61"/>
                    <a:pt x="63" y="61"/>
                  </a:cubicBezTo>
                  <a:cubicBezTo>
                    <a:pt x="70" y="60"/>
                    <a:pt x="77" y="50"/>
                    <a:pt x="84" y="45"/>
                  </a:cubicBezTo>
                  <a:cubicBezTo>
                    <a:pt x="85" y="47"/>
                    <a:pt x="85" y="49"/>
                    <a:pt x="86" y="50"/>
                  </a:cubicBezTo>
                  <a:cubicBezTo>
                    <a:pt x="88" y="59"/>
                    <a:pt x="87" y="68"/>
                    <a:pt x="84" y="76"/>
                  </a:cubicBezTo>
                  <a:close/>
                  <a:moveTo>
                    <a:pt x="48" y="49"/>
                  </a:moveTo>
                  <a:cubicBezTo>
                    <a:pt x="42" y="49"/>
                    <a:pt x="37" y="54"/>
                    <a:pt x="37" y="61"/>
                  </a:cubicBezTo>
                  <a:cubicBezTo>
                    <a:pt x="37" y="67"/>
                    <a:pt x="42" y="72"/>
                    <a:pt x="48" y="72"/>
                  </a:cubicBezTo>
                  <a:cubicBezTo>
                    <a:pt x="54" y="72"/>
                    <a:pt x="59" y="67"/>
                    <a:pt x="59" y="61"/>
                  </a:cubicBezTo>
                  <a:cubicBezTo>
                    <a:pt x="59" y="54"/>
                    <a:pt x="54" y="49"/>
                    <a:pt x="48" y="49"/>
                  </a:cubicBezTo>
                  <a:close/>
                  <a:moveTo>
                    <a:pt x="48" y="67"/>
                  </a:moveTo>
                  <a:cubicBezTo>
                    <a:pt x="44" y="67"/>
                    <a:pt x="42" y="64"/>
                    <a:pt x="42" y="61"/>
                  </a:cubicBezTo>
                  <a:cubicBezTo>
                    <a:pt x="42" y="57"/>
                    <a:pt x="44" y="54"/>
                    <a:pt x="48" y="54"/>
                  </a:cubicBezTo>
                  <a:cubicBezTo>
                    <a:pt x="51" y="54"/>
                    <a:pt x="54" y="57"/>
                    <a:pt x="54" y="61"/>
                  </a:cubicBezTo>
                  <a:cubicBezTo>
                    <a:pt x="54" y="64"/>
                    <a:pt x="51" y="67"/>
                    <a:pt x="48" y="67"/>
                  </a:cubicBezTo>
                  <a:close/>
                  <a:moveTo>
                    <a:pt x="117" y="18"/>
                  </a:moveTo>
                  <a:cubicBezTo>
                    <a:pt x="117" y="17"/>
                    <a:pt x="115" y="16"/>
                    <a:pt x="114" y="16"/>
                  </a:cubicBezTo>
                  <a:cubicBezTo>
                    <a:pt x="114" y="16"/>
                    <a:pt x="114" y="15"/>
                    <a:pt x="114" y="15"/>
                  </a:cubicBezTo>
                  <a:cubicBezTo>
                    <a:pt x="115" y="15"/>
                    <a:pt x="116" y="13"/>
                    <a:pt x="116" y="13"/>
                  </a:cubicBezTo>
                  <a:cubicBezTo>
                    <a:pt x="116" y="13"/>
                    <a:pt x="114" y="12"/>
                    <a:pt x="113" y="12"/>
                  </a:cubicBezTo>
                  <a:cubicBezTo>
                    <a:pt x="113" y="12"/>
                    <a:pt x="113" y="11"/>
                    <a:pt x="113" y="11"/>
                  </a:cubicBezTo>
                  <a:cubicBezTo>
                    <a:pt x="114" y="11"/>
                    <a:pt x="114" y="9"/>
                    <a:pt x="114" y="9"/>
                  </a:cubicBezTo>
                  <a:cubicBezTo>
                    <a:pt x="114" y="8"/>
                    <a:pt x="112" y="8"/>
                    <a:pt x="112" y="8"/>
                  </a:cubicBezTo>
                  <a:cubicBezTo>
                    <a:pt x="111" y="8"/>
                    <a:pt x="111" y="8"/>
                    <a:pt x="111" y="8"/>
                  </a:cubicBezTo>
                  <a:cubicBezTo>
                    <a:pt x="111" y="7"/>
                    <a:pt x="112" y="5"/>
                    <a:pt x="111" y="5"/>
                  </a:cubicBezTo>
                  <a:cubicBezTo>
                    <a:pt x="111" y="5"/>
                    <a:pt x="109" y="5"/>
                    <a:pt x="109" y="6"/>
                  </a:cubicBezTo>
                  <a:cubicBezTo>
                    <a:pt x="108" y="5"/>
                    <a:pt x="108" y="5"/>
                    <a:pt x="108" y="5"/>
                  </a:cubicBezTo>
                  <a:cubicBezTo>
                    <a:pt x="108" y="4"/>
                    <a:pt x="108" y="2"/>
                    <a:pt x="108" y="2"/>
                  </a:cubicBezTo>
                  <a:cubicBezTo>
                    <a:pt x="107" y="2"/>
                    <a:pt x="106" y="3"/>
                    <a:pt x="105" y="3"/>
                  </a:cubicBezTo>
                  <a:cubicBezTo>
                    <a:pt x="105" y="3"/>
                    <a:pt x="105" y="3"/>
                    <a:pt x="104" y="3"/>
                  </a:cubicBezTo>
                  <a:cubicBezTo>
                    <a:pt x="105" y="2"/>
                    <a:pt x="104" y="1"/>
                    <a:pt x="103" y="0"/>
                  </a:cubicBezTo>
                  <a:cubicBezTo>
                    <a:pt x="103" y="0"/>
                    <a:pt x="102" y="1"/>
                    <a:pt x="101" y="2"/>
                  </a:cubicBezTo>
                  <a:cubicBezTo>
                    <a:pt x="101" y="2"/>
                    <a:pt x="101" y="2"/>
                    <a:pt x="100" y="2"/>
                  </a:cubicBezTo>
                  <a:cubicBezTo>
                    <a:pt x="100" y="1"/>
                    <a:pt x="99" y="0"/>
                    <a:pt x="99" y="0"/>
                  </a:cubicBezTo>
                  <a:cubicBezTo>
                    <a:pt x="98" y="0"/>
                    <a:pt x="97" y="1"/>
                    <a:pt x="97" y="2"/>
                  </a:cubicBezTo>
                  <a:cubicBezTo>
                    <a:pt x="97" y="2"/>
                    <a:pt x="97" y="2"/>
                    <a:pt x="96" y="2"/>
                  </a:cubicBezTo>
                  <a:cubicBezTo>
                    <a:pt x="96" y="1"/>
                    <a:pt x="95" y="0"/>
                    <a:pt x="94" y="0"/>
                  </a:cubicBezTo>
                  <a:cubicBezTo>
                    <a:pt x="94" y="1"/>
                    <a:pt x="93" y="2"/>
                    <a:pt x="93" y="3"/>
                  </a:cubicBezTo>
                  <a:cubicBezTo>
                    <a:pt x="93" y="3"/>
                    <a:pt x="93" y="3"/>
                    <a:pt x="93" y="3"/>
                  </a:cubicBezTo>
                  <a:cubicBezTo>
                    <a:pt x="92" y="3"/>
                    <a:pt x="90" y="2"/>
                    <a:pt x="90" y="2"/>
                  </a:cubicBezTo>
                  <a:cubicBezTo>
                    <a:pt x="90" y="2"/>
                    <a:pt x="89" y="4"/>
                    <a:pt x="90" y="5"/>
                  </a:cubicBezTo>
                  <a:cubicBezTo>
                    <a:pt x="90" y="5"/>
                    <a:pt x="89" y="5"/>
                    <a:pt x="89" y="6"/>
                  </a:cubicBezTo>
                  <a:cubicBezTo>
                    <a:pt x="88" y="5"/>
                    <a:pt x="87" y="5"/>
                    <a:pt x="86" y="5"/>
                  </a:cubicBezTo>
                  <a:cubicBezTo>
                    <a:pt x="86" y="5"/>
                    <a:pt x="86" y="7"/>
                    <a:pt x="87" y="8"/>
                  </a:cubicBezTo>
                  <a:cubicBezTo>
                    <a:pt x="87" y="8"/>
                    <a:pt x="86" y="8"/>
                    <a:pt x="86" y="8"/>
                  </a:cubicBezTo>
                  <a:cubicBezTo>
                    <a:pt x="86" y="8"/>
                    <a:pt x="84" y="8"/>
                    <a:pt x="84" y="9"/>
                  </a:cubicBezTo>
                  <a:cubicBezTo>
                    <a:pt x="83" y="9"/>
                    <a:pt x="84" y="11"/>
                    <a:pt x="85" y="11"/>
                  </a:cubicBezTo>
                  <a:cubicBezTo>
                    <a:pt x="85" y="11"/>
                    <a:pt x="84" y="12"/>
                    <a:pt x="84" y="12"/>
                  </a:cubicBezTo>
                  <a:cubicBezTo>
                    <a:pt x="84" y="12"/>
                    <a:pt x="82" y="13"/>
                    <a:pt x="82" y="13"/>
                  </a:cubicBezTo>
                  <a:cubicBezTo>
                    <a:pt x="82" y="13"/>
                    <a:pt x="83" y="15"/>
                    <a:pt x="84" y="15"/>
                  </a:cubicBezTo>
                  <a:cubicBezTo>
                    <a:pt x="83" y="15"/>
                    <a:pt x="83" y="16"/>
                    <a:pt x="83" y="16"/>
                  </a:cubicBezTo>
                  <a:cubicBezTo>
                    <a:pt x="83" y="16"/>
                    <a:pt x="81" y="17"/>
                    <a:pt x="81" y="18"/>
                  </a:cubicBezTo>
                  <a:cubicBezTo>
                    <a:pt x="81" y="18"/>
                    <a:pt x="83" y="19"/>
                    <a:pt x="83" y="19"/>
                  </a:cubicBezTo>
                  <a:cubicBezTo>
                    <a:pt x="83" y="19"/>
                    <a:pt x="83" y="20"/>
                    <a:pt x="84" y="20"/>
                  </a:cubicBezTo>
                  <a:cubicBezTo>
                    <a:pt x="83" y="20"/>
                    <a:pt x="82" y="22"/>
                    <a:pt x="82" y="22"/>
                  </a:cubicBezTo>
                  <a:cubicBezTo>
                    <a:pt x="82" y="23"/>
                    <a:pt x="84" y="23"/>
                    <a:pt x="84" y="23"/>
                  </a:cubicBezTo>
                  <a:cubicBezTo>
                    <a:pt x="84" y="23"/>
                    <a:pt x="85" y="24"/>
                    <a:pt x="85" y="24"/>
                  </a:cubicBezTo>
                  <a:cubicBezTo>
                    <a:pt x="84" y="24"/>
                    <a:pt x="83" y="26"/>
                    <a:pt x="84" y="26"/>
                  </a:cubicBezTo>
                  <a:cubicBezTo>
                    <a:pt x="84" y="27"/>
                    <a:pt x="86" y="27"/>
                    <a:pt x="86" y="27"/>
                  </a:cubicBezTo>
                  <a:cubicBezTo>
                    <a:pt x="86" y="27"/>
                    <a:pt x="87" y="27"/>
                    <a:pt x="87" y="27"/>
                  </a:cubicBezTo>
                  <a:cubicBezTo>
                    <a:pt x="86" y="28"/>
                    <a:pt x="86" y="30"/>
                    <a:pt x="86" y="30"/>
                  </a:cubicBezTo>
                  <a:cubicBezTo>
                    <a:pt x="87" y="30"/>
                    <a:pt x="88" y="30"/>
                    <a:pt x="89" y="30"/>
                  </a:cubicBezTo>
                  <a:cubicBezTo>
                    <a:pt x="89" y="30"/>
                    <a:pt x="90" y="30"/>
                    <a:pt x="90" y="30"/>
                  </a:cubicBezTo>
                  <a:cubicBezTo>
                    <a:pt x="89" y="31"/>
                    <a:pt x="90" y="33"/>
                    <a:pt x="90" y="33"/>
                  </a:cubicBezTo>
                  <a:cubicBezTo>
                    <a:pt x="90" y="33"/>
                    <a:pt x="92" y="32"/>
                    <a:pt x="93" y="32"/>
                  </a:cubicBezTo>
                  <a:cubicBezTo>
                    <a:pt x="93" y="32"/>
                    <a:pt x="93" y="32"/>
                    <a:pt x="93" y="32"/>
                  </a:cubicBezTo>
                  <a:cubicBezTo>
                    <a:pt x="93" y="33"/>
                    <a:pt x="94" y="35"/>
                    <a:pt x="94" y="35"/>
                  </a:cubicBezTo>
                  <a:cubicBezTo>
                    <a:pt x="95" y="35"/>
                    <a:pt x="96" y="34"/>
                    <a:pt x="96" y="33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97" y="34"/>
                    <a:pt x="98" y="35"/>
                    <a:pt x="99" y="35"/>
                  </a:cubicBezTo>
                  <a:cubicBezTo>
                    <a:pt x="99" y="35"/>
                    <a:pt x="100" y="34"/>
                    <a:pt x="100" y="33"/>
                  </a:cubicBezTo>
                  <a:cubicBezTo>
                    <a:pt x="101" y="33"/>
                    <a:pt x="101" y="33"/>
                    <a:pt x="101" y="33"/>
                  </a:cubicBezTo>
                  <a:cubicBezTo>
                    <a:pt x="102" y="34"/>
                    <a:pt x="103" y="35"/>
                    <a:pt x="103" y="35"/>
                  </a:cubicBezTo>
                  <a:cubicBezTo>
                    <a:pt x="104" y="35"/>
                    <a:pt x="105" y="33"/>
                    <a:pt x="104" y="32"/>
                  </a:cubicBezTo>
                  <a:cubicBezTo>
                    <a:pt x="105" y="32"/>
                    <a:pt x="105" y="32"/>
                    <a:pt x="105" y="32"/>
                  </a:cubicBezTo>
                  <a:cubicBezTo>
                    <a:pt x="106" y="32"/>
                    <a:pt x="107" y="33"/>
                    <a:pt x="108" y="33"/>
                  </a:cubicBezTo>
                  <a:cubicBezTo>
                    <a:pt x="108" y="33"/>
                    <a:pt x="108" y="31"/>
                    <a:pt x="108" y="30"/>
                  </a:cubicBezTo>
                  <a:cubicBezTo>
                    <a:pt x="108" y="30"/>
                    <a:pt x="108" y="30"/>
                    <a:pt x="109" y="30"/>
                  </a:cubicBezTo>
                  <a:cubicBezTo>
                    <a:pt x="109" y="30"/>
                    <a:pt x="111" y="30"/>
                    <a:pt x="111" y="30"/>
                  </a:cubicBezTo>
                  <a:cubicBezTo>
                    <a:pt x="112" y="30"/>
                    <a:pt x="111" y="28"/>
                    <a:pt x="111" y="27"/>
                  </a:cubicBezTo>
                  <a:cubicBezTo>
                    <a:pt x="111" y="27"/>
                    <a:pt x="111" y="27"/>
                    <a:pt x="112" y="27"/>
                  </a:cubicBezTo>
                  <a:cubicBezTo>
                    <a:pt x="112" y="27"/>
                    <a:pt x="114" y="27"/>
                    <a:pt x="114" y="26"/>
                  </a:cubicBezTo>
                  <a:cubicBezTo>
                    <a:pt x="114" y="26"/>
                    <a:pt x="114" y="24"/>
                    <a:pt x="113" y="24"/>
                  </a:cubicBezTo>
                  <a:cubicBezTo>
                    <a:pt x="113" y="24"/>
                    <a:pt x="113" y="23"/>
                    <a:pt x="113" y="23"/>
                  </a:cubicBezTo>
                  <a:cubicBezTo>
                    <a:pt x="114" y="23"/>
                    <a:pt x="116" y="23"/>
                    <a:pt x="116" y="22"/>
                  </a:cubicBezTo>
                  <a:cubicBezTo>
                    <a:pt x="116" y="22"/>
                    <a:pt x="115" y="20"/>
                    <a:pt x="114" y="20"/>
                  </a:cubicBezTo>
                  <a:cubicBezTo>
                    <a:pt x="114" y="20"/>
                    <a:pt x="114" y="19"/>
                    <a:pt x="114" y="19"/>
                  </a:cubicBezTo>
                  <a:cubicBezTo>
                    <a:pt x="115" y="19"/>
                    <a:pt x="117" y="18"/>
                    <a:pt x="117" y="18"/>
                  </a:cubicBezTo>
                  <a:close/>
                  <a:moveTo>
                    <a:pt x="103" y="31"/>
                  </a:moveTo>
                  <a:cubicBezTo>
                    <a:pt x="102" y="32"/>
                    <a:pt x="101" y="32"/>
                    <a:pt x="101" y="32"/>
                  </a:cubicBezTo>
                  <a:cubicBezTo>
                    <a:pt x="101" y="29"/>
                    <a:pt x="103" y="25"/>
                    <a:pt x="102" y="22"/>
                  </a:cubicBezTo>
                  <a:cubicBezTo>
                    <a:pt x="103" y="25"/>
                    <a:pt x="107" y="25"/>
                    <a:pt x="110" y="26"/>
                  </a:cubicBezTo>
                  <a:cubicBezTo>
                    <a:pt x="108" y="29"/>
                    <a:pt x="106" y="31"/>
                    <a:pt x="103" y="31"/>
                  </a:cubicBezTo>
                  <a:close/>
                  <a:moveTo>
                    <a:pt x="87" y="26"/>
                  </a:moveTo>
                  <a:cubicBezTo>
                    <a:pt x="90" y="25"/>
                    <a:pt x="95" y="25"/>
                    <a:pt x="96" y="22"/>
                  </a:cubicBezTo>
                  <a:cubicBezTo>
                    <a:pt x="95" y="25"/>
                    <a:pt x="97" y="29"/>
                    <a:pt x="97" y="32"/>
                  </a:cubicBezTo>
                  <a:cubicBezTo>
                    <a:pt x="93" y="31"/>
                    <a:pt x="90" y="29"/>
                    <a:pt x="87" y="26"/>
                  </a:cubicBezTo>
                  <a:close/>
                  <a:moveTo>
                    <a:pt x="85" y="21"/>
                  </a:moveTo>
                  <a:cubicBezTo>
                    <a:pt x="84" y="18"/>
                    <a:pt x="84" y="15"/>
                    <a:pt x="86" y="12"/>
                  </a:cubicBezTo>
                  <a:cubicBezTo>
                    <a:pt x="88" y="14"/>
                    <a:pt x="91" y="18"/>
                    <a:pt x="93" y="18"/>
                  </a:cubicBezTo>
                  <a:cubicBezTo>
                    <a:pt x="91" y="18"/>
                    <a:pt x="88" y="21"/>
                    <a:pt x="86" y="23"/>
                  </a:cubicBezTo>
                  <a:cubicBezTo>
                    <a:pt x="85" y="23"/>
                    <a:pt x="85" y="22"/>
                    <a:pt x="85" y="21"/>
                  </a:cubicBezTo>
                  <a:close/>
                  <a:moveTo>
                    <a:pt x="95" y="4"/>
                  </a:moveTo>
                  <a:cubicBezTo>
                    <a:pt x="96" y="4"/>
                    <a:pt x="96" y="3"/>
                    <a:pt x="97" y="3"/>
                  </a:cubicBezTo>
                  <a:cubicBezTo>
                    <a:pt x="97" y="7"/>
                    <a:pt x="95" y="11"/>
                    <a:pt x="96" y="13"/>
                  </a:cubicBezTo>
                  <a:cubicBezTo>
                    <a:pt x="95" y="11"/>
                    <a:pt x="90" y="10"/>
                    <a:pt x="87" y="9"/>
                  </a:cubicBezTo>
                  <a:cubicBezTo>
                    <a:pt x="89" y="6"/>
                    <a:pt x="92" y="5"/>
                    <a:pt x="95" y="4"/>
                  </a:cubicBezTo>
                  <a:close/>
                  <a:moveTo>
                    <a:pt x="110" y="9"/>
                  </a:moveTo>
                  <a:cubicBezTo>
                    <a:pt x="107" y="10"/>
                    <a:pt x="103" y="11"/>
                    <a:pt x="102" y="13"/>
                  </a:cubicBezTo>
                  <a:cubicBezTo>
                    <a:pt x="103" y="11"/>
                    <a:pt x="101" y="7"/>
                    <a:pt x="101" y="3"/>
                  </a:cubicBezTo>
                  <a:cubicBezTo>
                    <a:pt x="104" y="4"/>
                    <a:pt x="108" y="6"/>
                    <a:pt x="110" y="9"/>
                  </a:cubicBezTo>
                  <a:close/>
                  <a:moveTo>
                    <a:pt x="101" y="21"/>
                  </a:moveTo>
                  <a:cubicBezTo>
                    <a:pt x="101" y="21"/>
                    <a:pt x="101" y="22"/>
                    <a:pt x="102" y="22"/>
                  </a:cubicBezTo>
                  <a:cubicBezTo>
                    <a:pt x="101" y="22"/>
                    <a:pt x="101" y="22"/>
                    <a:pt x="101" y="21"/>
                  </a:cubicBezTo>
                  <a:cubicBezTo>
                    <a:pt x="100" y="23"/>
                    <a:pt x="98" y="23"/>
                    <a:pt x="97" y="21"/>
                  </a:cubicBezTo>
                  <a:cubicBezTo>
                    <a:pt x="97" y="22"/>
                    <a:pt x="96" y="22"/>
                    <a:pt x="96" y="22"/>
                  </a:cubicBezTo>
                  <a:cubicBezTo>
                    <a:pt x="96" y="22"/>
                    <a:pt x="97" y="21"/>
                    <a:pt x="97" y="21"/>
                  </a:cubicBezTo>
                  <a:cubicBezTo>
                    <a:pt x="95" y="21"/>
                    <a:pt x="94" y="19"/>
                    <a:pt x="95" y="18"/>
                  </a:cubicBezTo>
                  <a:cubicBezTo>
                    <a:pt x="94" y="18"/>
                    <a:pt x="94" y="18"/>
                    <a:pt x="94" y="18"/>
                  </a:cubicBezTo>
                  <a:cubicBezTo>
                    <a:pt x="94" y="18"/>
                    <a:pt x="94" y="17"/>
                    <a:pt x="95" y="17"/>
                  </a:cubicBezTo>
                  <a:cubicBezTo>
                    <a:pt x="94" y="16"/>
                    <a:pt x="95" y="14"/>
                    <a:pt x="97" y="14"/>
                  </a:cubicBezTo>
                  <a:cubicBezTo>
                    <a:pt x="97" y="14"/>
                    <a:pt x="96" y="13"/>
                    <a:pt x="96" y="13"/>
                  </a:cubicBezTo>
                  <a:cubicBezTo>
                    <a:pt x="96" y="13"/>
                    <a:pt x="97" y="14"/>
                    <a:pt x="97" y="14"/>
                  </a:cubicBezTo>
                  <a:cubicBezTo>
                    <a:pt x="98" y="13"/>
                    <a:pt x="100" y="13"/>
                    <a:pt x="101" y="14"/>
                  </a:cubicBezTo>
                  <a:cubicBezTo>
                    <a:pt x="101" y="14"/>
                    <a:pt x="101" y="13"/>
                    <a:pt x="102" y="13"/>
                  </a:cubicBezTo>
                  <a:cubicBezTo>
                    <a:pt x="101" y="13"/>
                    <a:pt x="101" y="14"/>
                    <a:pt x="101" y="14"/>
                  </a:cubicBezTo>
                  <a:cubicBezTo>
                    <a:pt x="103" y="14"/>
                    <a:pt x="104" y="16"/>
                    <a:pt x="103" y="17"/>
                  </a:cubicBezTo>
                  <a:cubicBezTo>
                    <a:pt x="103" y="17"/>
                    <a:pt x="104" y="18"/>
                    <a:pt x="104" y="18"/>
                  </a:cubicBezTo>
                  <a:cubicBezTo>
                    <a:pt x="104" y="18"/>
                    <a:pt x="103" y="18"/>
                    <a:pt x="103" y="18"/>
                  </a:cubicBezTo>
                  <a:cubicBezTo>
                    <a:pt x="104" y="19"/>
                    <a:pt x="103" y="21"/>
                    <a:pt x="101" y="21"/>
                  </a:cubicBezTo>
                  <a:close/>
                  <a:moveTo>
                    <a:pt x="112" y="23"/>
                  </a:moveTo>
                  <a:cubicBezTo>
                    <a:pt x="110" y="21"/>
                    <a:pt x="107" y="18"/>
                    <a:pt x="104" y="18"/>
                  </a:cubicBezTo>
                  <a:cubicBezTo>
                    <a:pt x="107" y="18"/>
                    <a:pt x="110" y="14"/>
                    <a:pt x="112" y="12"/>
                  </a:cubicBezTo>
                  <a:cubicBezTo>
                    <a:pt x="112" y="13"/>
                    <a:pt x="113" y="13"/>
                    <a:pt x="113" y="14"/>
                  </a:cubicBezTo>
                  <a:cubicBezTo>
                    <a:pt x="114" y="17"/>
                    <a:pt x="113" y="20"/>
                    <a:pt x="112" y="23"/>
                  </a:cubicBezTo>
                  <a:close/>
                  <a:moveTo>
                    <a:pt x="99" y="13"/>
                  </a:moveTo>
                  <a:cubicBezTo>
                    <a:pt x="97" y="13"/>
                    <a:pt x="95" y="15"/>
                    <a:pt x="95" y="18"/>
                  </a:cubicBezTo>
                  <a:cubicBezTo>
                    <a:pt x="95" y="20"/>
                    <a:pt x="97" y="22"/>
                    <a:pt x="99" y="22"/>
                  </a:cubicBezTo>
                  <a:cubicBezTo>
                    <a:pt x="101" y="22"/>
                    <a:pt x="103" y="20"/>
                    <a:pt x="103" y="18"/>
                  </a:cubicBezTo>
                  <a:cubicBezTo>
                    <a:pt x="103" y="15"/>
                    <a:pt x="101" y="13"/>
                    <a:pt x="99" y="13"/>
                  </a:cubicBezTo>
                  <a:close/>
                  <a:moveTo>
                    <a:pt x="99" y="20"/>
                  </a:moveTo>
                  <a:cubicBezTo>
                    <a:pt x="98" y="20"/>
                    <a:pt x="97" y="19"/>
                    <a:pt x="97" y="18"/>
                  </a:cubicBezTo>
                  <a:cubicBezTo>
                    <a:pt x="97" y="16"/>
                    <a:pt x="98" y="15"/>
                    <a:pt x="99" y="15"/>
                  </a:cubicBezTo>
                  <a:cubicBezTo>
                    <a:pt x="100" y="15"/>
                    <a:pt x="101" y="16"/>
                    <a:pt x="101" y="18"/>
                  </a:cubicBezTo>
                  <a:cubicBezTo>
                    <a:pt x="101" y="19"/>
                    <a:pt x="100" y="20"/>
                    <a:pt x="99" y="2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  <p:sp>
          <p:nvSpPr>
            <p:cNvPr id="15" name="Freeform 100"/>
            <p:cNvSpPr>
              <a:spLocks noEditPoints="1"/>
            </p:cNvSpPr>
            <p:nvPr/>
          </p:nvSpPr>
          <p:spPr bwMode="auto">
            <a:xfrm>
              <a:off x="4953000" y="2800350"/>
              <a:ext cx="244475" cy="334963"/>
            </a:xfrm>
            <a:custGeom>
              <a:avLst/>
              <a:gdLst/>
              <a:ahLst/>
              <a:cxnLst>
                <a:cxn ang="0">
                  <a:pos x="153" y="50"/>
                </a:cxn>
                <a:cxn ang="0">
                  <a:pos x="102" y="0"/>
                </a:cxn>
                <a:cxn ang="0">
                  <a:pos x="91" y="5"/>
                </a:cxn>
                <a:cxn ang="0">
                  <a:pos x="84" y="188"/>
                </a:cxn>
                <a:cxn ang="0">
                  <a:pos x="60" y="211"/>
                </a:cxn>
                <a:cxn ang="0">
                  <a:pos x="43" y="220"/>
                </a:cxn>
                <a:cxn ang="0">
                  <a:pos x="140" y="233"/>
                </a:cxn>
                <a:cxn ang="0">
                  <a:pos x="124" y="220"/>
                </a:cxn>
                <a:cxn ang="0">
                  <a:pos x="102" y="211"/>
                </a:cxn>
                <a:cxn ang="0">
                  <a:pos x="153" y="142"/>
                </a:cxn>
                <a:cxn ang="0">
                  <a:pos x="170" y="96"/>
                </a:cxn>
                <a:cxn ang="0">
                  <a:pos x="164" y="95"/>
                </a:cxn>
                <a:cxn ang="0">
                  <a:pos x="136" y="66"/>
                </a:cxn>
                <a:cxn ang="0">
                  <a:pos x="164" y="95"/>
                </a:cxn>
                <a:cxn ang="0">
                  <a:pos x="134" y="60"/>
                </a:cxn>
                <a:cxn ang="0">
                  <a:pos x="148" y="53"/>
                </a:cxn>
                <a:cxn ang="0">
                  <a:pos x="64" y="68"/>
                </a:cxn>
                <a:cxn ang="0">
                  <a:pos x="94" y="95"/>
                </a:cxn>
                <a:cxn ang="0">
                  <a:pos x="94" y="101"/>
                </a:cxn>
                <a:cxn ang="0">
                  <a:pos x="64" y="124"/>
                </a:cxn>
                <a:cxn ang="0">
                  <a:pos x="94" y="101"/>
                </a:cxn>
                <a:cxn ang="0">
                  <a:pos x="47" y="53"/>
                </a:cxn>
                <a:cxn ang="0">
                  <a:pos x="61" y="60"/>
                </a:cxn>
                <a:cxn ang="0">
                  <a:pos x="55" y="95"/>
                </a:cxn>
                <a:cxn ang="0">
                  <a:pos x="43" y="58"/>
                </a:cxn>
                <a:cxn ang="0">
                  <a:pos x="55" y="101"/>
                </a:cxn>
                <a:cxn ang="0">
                  <a:pos x="43" y="134"/>
                </a:cxn>
                <a:cxn ang="0">
                  <a:pos x="55" y="101"/>
                </a:cxn>
                <a:cxn ang="0">
                  <a:pos x="77" y="159"/>
                </a:cxn>
                <a:cxn ang="0">
                  <a:pos x="61" y="132"/>
                </a:cxn>
                <a:cxn ang="0">
                  <a:pos x="94" y="126"/>
                </a:cxn>
                <a:cxn ang="0">
                  <a:pos x="66" y="130"/>
                </a:cxn>
                <a:cxn ang="0">
                  <a:pos x="66" y="62"/>
                </a:cxn>
                <a:cxn ang="0">
                  <a:pos x="94" y="66"/>
                </a:cxn>
                <a:cxn ang="0">
                  <a:pos x="134" y="101"/>
                </a:cxn>
                <a:cxn ang="0">
                  <a:pos x="100" y="120"/>
                </a:cxn>
                <a:cxn ang="0">
                  <a:pos x="100" y="95"/>
                </a:cxn>
                <a:cxn ang="0">
                  <a:pos x="131" y="67"/>
                </a:cxn>
                <a:cxn ang="0">
                  <a:pos x="100" y="95"/>
                </a:cxn>
                <a:cxn ang="0">
                  <a:pos x="100" y="66"/>
                </a:cxn>
                <a:cxn ang="0">
                  <a:pos x="129" y="62"/>
                </a:cxn>
                <a:cxn ang="0">
                  <a:pos x="91" y="17"/>
                </a:cxn>
                <a:cxn ang="0">
                  <a:pos x="42" y="50"/>
                </a:cxn>
                <a:cxn ang="0">
                  <a:pos x="25" y="96"/>
                </a:cxn>
                <a:cxn ang="0">
                  <a:pos x="42" y="142"/>
                </a:cxn>
                <a:cxn ang="0">
                  <a:pos x="93" y="176"/>
                </a:cxn>
                <a:cxn ang="0">
                  <a:pos x="12" y="97"/>
                </a:cxn>
                <a:cxn ang="0">
                  <a:pos x="100" y="126"/>
                </a:cxn>
                <a:cxn ang="0">
                  <a:pos x="100" y="162"/>
                </a:cxn>
                <a:cxn ang="0">
                  <a:pos x="134" y="132"/>
                </a:cxn>
                <a:cxn ang="0">
                  <a:pos x="118" y="159"/>
                </a:cxn>
                <a:cxn ang="0">
                  <a:pos x="136" y="126"/>
                </a:cxn>
                <a:cxn ang="0">
                  <a:pos x="163" y="101"/>
                </a:cxn>
              </a:cxnLst>
              <a:rect l="0" t="0" r="r" b="b"/>
              <a:pathLst>
                <a:path w="170" h="233">
                  <a:moveTo>
                    <a:pt x="156" y="54"/>
                  </a:moveTo>
                  <a:cubicBezTo>
                    <a:pt x="155" y="53"/>
                    <a:pt x="154" y="51"/>
                    <a:pt x="153" y="50"/>
                  </a:cubicBezTo>
                  <a:cubicBezTo>
                    <a:pt x="141" y="35"/>
                    <a:pt x="123" y="25"/>
                    <a:pt x="102" y="24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91" y="5"/>
                    <a:pt x="91" y="5"/>
                    <a:pt x="91" y="5"/>
                  </a:cubicBezTo>
                  <a:cubicBezTo>
                    <a:pt x="41" y="6"/>
                    <a:pt x="0" y="46"/>
                    <a:pt x="0" y="97"/>
                  </a:cubicBezTo>
                  <a:cubicBezTo>
                    <a:pt x="0" y="144"/>
                    <a:pt x="37" y="184"/>
                    <a:pt x="84" y="188"/>
                  </a:cubicBezTo>
                  <a:cubicBezTo>
                    <a:pt x="84" y="211"/>
                    <a:pt x="84" y="211"/>
                    <a:pt x="84" y="211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0" y="220"/>
                    <a:pt x="60" y="220"/>
                    <a:pt x="60" y="220"/>
                  </a:cubicBezTo>
                  <a:cubicBezTo>
                    <a:pt x="43" y="220"/>
                    <a:pt x="43" y="220"/>
                    <a:pt x="43" y="220"/>
                  </a:cubicBezTo>
                  <a:cubicBezTo>
                    <a:pt x="43" y="233"/>
                    <a:pt x="43" y="233"/>
                    <a:pt x="43" y="233"/>
                  </a:cubicBezTo>
                  <a:cubicBezTo>
                    <a:pt x="140" y="233"/>
                    <a:pt x="140" y="233"/>
                    <a:pt x="140" y="233"/>
                  </a:cubicBezTo>
                  <a:cubicBezTo>
                    <a:pt x="140" y="220"/>
                    <a:pt x="140" y="220"/>
                    <a:pt x="140" y="220"/>
                  </a:cubicBezTo>
                  <a:cubicBezTo>
                    <a:pt x="124" y="220"/>
                    <a:pt x="124" y="220"/>
                    <a:pt x="124" y="220"/>
                  </a:cubicBezTo>
                  <a:cubicBezTo>
                    <a:pt x="124" y="211"/>
                    <a:pt x="124" y="211"/>
                    <a:pt x="124" y="211"/>
                  </a:cubicBezTo>
                  <a:cubicBezTo>
                    <a:pt x="102" y="211"/>
                    <a:pt x="102" y="211"/>
                    <a:pt x="102" y="211"/>
                  </a:cubicBezTo>
                  <a:cubicBezTo>
                    <a:pt x="102" y="168"/>
                    <a:pt x="102" y="168"/>
                    <a:pt x="102" y="168"/>
                  </a:cubicBezTo>
                  <a:cubicBezTo>
                    <a:pt x="123" y="166"/>
                    <a:pt x="141" y="157"/>
                    <a:pt x="153" y="142"/>
                  </a:cubicBezTo>
                  <a:cubicBezTo>
                    <a:pt x="154" y="141"/>
                    <a:pt x="155" y="139"/>
                    <a:pt x="156" y="138"/>
                  </a:cubicBezTo>
                  <a:cubicBezTo>
                    <a:pt x="165" y="126"/>
                    <a:pt x="170" y="111"/>
                    <a:pt x="170" y="96"/>
                  </a:cubicBezTo>
                  <a:cubicBezTo>
                    <a:pt x="170" y="80"/>
                    <a:pt x="165" y="66"/>
                    <a:pt x="156" y="54"/>
                  </a:cubicBezTo>
                  <a:close/>
                  <a:moveTo>
                    <a:pt x="164" y="95"/>
                  </a:moveTo>
                  <a:cubicBezTo>
                    <a:pt x="140" y="95"/>
                    <a:pt x="140" y="95"/>
                    <a:pt x="140" y="95"/>
                  </a:cubicBezTo>
                  <a:cubicBezTo>
                    <a:pt x="140" y="85"/>
                    <a:pt x="139" y="75"/>
                    <a:pt x="136" y="66"/>
                  </a:cubicBezTo>
                  <a:cubicBezTo>
                    <a:pt x="142" y="63"/>
                    <a:pt x="147" y="61"/>
                    <a:pt x="152" y="58"/>
                  </a:cubicBezTo>
                  <a:cubicBezTo>
                    <a:pt x="159" y="68"/>
                    <a:pt x="164" y="81"/>
                    <a:pt x="164" y="95"/>
                  </a:cubicBezTo>
                  <a:close/>
                  <a:moveTo>
                    <a:pt x="148" y="53"/>
                  </a:moveTo>
                  <a:cubicBezTo>
                    <a:pt x="144" y="56"/>
                    <a:pt x="140" y="58"/>
                    <a:pt x="134" y="60"/>
                  </a:cubicBezTo>
                  <a:cubicBezTo>
                    <a:pt x="131" y="49"/>
                    <a:pt x="125" y="39"/>
                    <a:pt x="118" y="33"/>
                  </a:cubicBezTo>
                  <a:cubicBezTo>
                    <a:pt x="130" y="37"/>
                    <a:pt x="140" y="44"/>
                    <a:pt x="148" y="53"/>
                  </a:cubicBezTo>
                  <a:close/>
                  <a:moveTo>
                    <a:pt x="61" y="95"/>
                  </a:moveTo>
                  <a:cubicBezTo>
                    <a:pt x="61" y="85"/>
                    <a:pt x="62" y="76"/>
                    <a:pt x="64" y="68"/>
                  </a:cubicBezTo>
                  <a:cubicBezTo>
                    <a:pt x="74" y="70"/>
                    <a:pt x="84" y="72"/>
                    <a:pt x="94" y="72"/>
                  </a:cubicBezTo>
                  <a:cubicBezTo>
                    <a:pt x="94" y="95"/>
                    <a:pt x="94" y="95"/>
                    <a:pt x="94" y="95"/>
                  </a:cubicBezTo>
                  <a:lnTo>
                    <a:pt x="61" y="95"/>
                  </a:lnTo>
                  <a:close/>
                  <a:moveTo>
                    <a:pt x="94" y="101"/>
                  </a:moveTo>
                  <a:cubicBezTo>
                    <a:pt x="94" y="120"/>
                    <a:pt x="94" y="120"/>
                    <a:pt x="94" y="120"/>
                  </a:cubicBezTo>
                  <a:cubicBezTo>
                    <a:pt x="84" y="120"/>
                    <a:pt x="74" y="121"/>
                    <a:pt x="64" y="124"/>
                  </a:cubicBezTo>
                  <a:cubicBezTo>
                    <a:pt x="63" y="117"/>
                    <a:pt x="61" y="109"/>
                    <a:pt x="61" y="101"/>
                  </a:cubicBezTo>
                  <a:lnTo>
                    <a:pt x="94" y="101"/>
                  </a:lnTo>
                  <a:close/>
                  <a:moveTo>
                    <a:pt x="61" y="60"/>
                  </a:moveTo>
                  <a:cubicBezTo>
                    <a:pt x="55" y="58"/>
                    <a:pt x="51" y="56"/>
                    <a:pt x="47" y="53"/>
                  </a:cubicBezTo>
                  <a:cubicBezTo>
                    <a:pt x="55" y="44"/>
                    <a:pt x="65" y="37"/>
                    <a:pt x="77" y="33"/>
                  </a:cubicBezTo>
                  <a:cubicBezTo>
                    <a:pt x="70" y="39"/>
                    <a:pt x="64" y="49"/>
                    <a:pt x="61" y="60"/>
                  </a:cubicBezTo>
                  <a:close/>
                  <a:moveTo>
                    <a:pt x="59" y="66"/>
                  </a:moveTo>
                  <a:cubicBezTo>
                    <a:pt x="56" y="75"/>
                    <a:pt x="55" y="85"/>
                    <a:pt x="55" y="95"/>
                  </a:cubicBezTo>
                  <a:cubicBezTo>
                    <a:pt x="31" y="95"/>
                    <a:pt x="31" y="95"/>
                    <a:pt x="31" y="95"/>
                  </a:cubicBezTo>
                  <a:cubicBezTo>
                    <a:pt x="31" y="81"/>
                    <a:pt x="36" y="68"/>
                    <a:pt x="43" y="58"/>
                  </a:cubicBezTo>
                  <a:cubicBezTo>
                    <a:pt x="48" y="61"/>
                    <a:pt x="53" y="63"/>
                    <a:pt x="59" y="66"/>
                  </a:cubicBezTo>
                  <a:close/>
                  <a:moveTo>
                    <a:pt x="55" y="101"/>
                  </a:moveTo>
                  <a:cubicBezTo>
                    <a:pt x="55" y="110"/>
                    <a:pt x="57" y="118"/>
                    <a:pt x="59" y="126"/>
                  </a:cubicBezTo>
                  <a:cubicBezTo>
                    <a:pt x="53" y="128"/>
                    <a:pt x="48" y="131"/>
                    <a:pt x="43" y="134"/>
                  </a:cubicBezTo>
                  <a:cubicBezTo>
                    <a:pt x="37" y="125"/>
                    <a:pt x="32" y="113"/>
                    <a:pt x="31" y="101"/>
                  </a:cubicBezTo>
                  <a:lnTo>
                    <a:pt x="55" y="101"/>
                  </a:lnTo>
                  <a:close/>
                  <a:moveTo>
                    <a:pt x="61" y="132"/>
                  </a:moveTo>
                  <a:cubicBezTo>
                    <a:pt x="64" y="143"/>
                    <a:pt x="70" y="152"/>
                    <a:pt x="77" y="159"/>
                  </a:cubicBezTo>
                  <a:cubicBezTo>
                    <a:pt x="65" y="155"/>
                    <a:pt x="55" y="148"/>
                    <a:pt x="47" y="139"/>
                  </a:cubicBezTo>
                  <a:cubicBezTo>
                    <a:pt x="51" y="136"/>
                    <a:pt x="55" y="134"/>
                    <a:pt x="61" y="132"/>
                  </a:cubicBezTo>
                  <a:close/>
                  <a:moveTo>
                    <a:pt x="66" y="130"/>
                  </a:moveTo>
                  <a:cubicBezTo>
                    <a:pt x="75" y="127"/>
                    <a:pt x="84" y="126"/>
                    <a:pt x="94" y="126"/>
                  </a:cubicBezTo>
                  <a:cubicBezTo>
                    <a:pt x="94" y="162"/>
                    <a:pt x="94" y="162"/>
                    <a:pt x="94" y="162"/>
                  </a:cubicBezTo>
                  <a:cubicBezTo>
                    <a:pt x="82" y="160"/>
                    <a:pt x="72" y="148"/>
                    <a:pt x="66" y="130"/>
                  </a:cubicBezTo>
                  <a:close/>
                  <a:moveTo>
                    <a:pt x="94" y="66"/>
                  </a:moveTo>
                  <a:cubicBezTo>
                    <a:pt x="84" y="66"/>
                    <a:pt x="75" y="64"/>
                    <a:pt x="66" y="62"/>
                  </a:cubicBezTo>
                  <a:cubicBezTo>
                    <a:pt x="72" y="44"/>
                    <a:pt x="82" y="32"/>
                    <a:pt x="94" y="30"/>
                  </a:cubicBezTo>
                  <a:lnTo>
                    <a:pt x="94" y="66"/>
                  </a:lnTo>
                  <a:close/>
                  <a:moveTo>
                    <a:pt x="100" y="101"/>
                  </a:moveTo>
                  <a:cubicBezTo>
                    <a:pt x="134" y="101"/>
                    <a:pt x="134" y="101"/>
                    <a:pt x="134" y="101"/>
                  </a:cubicBezTo>
                  <a:cubicBezTo>
                    <a:pt x="134" y="109"/>
                    <a:pt x="132" y="117"/>
                    <a:pt x="131" y="124"/>
                  </a:cubicBezTo>
                  <a:cubicBezTo>
                    <a:pt x="121" y="122"/>
                    <a:pt x="111" y="120"/>
                    <a:pt x="100" y="120"/>
                  </a:cubicBezTo>
                  <a:lnTo>
                    <a:pt x="100" y="101"/>
                  </a:lnTo>
                  <a:close/>
                  <a:moveTo>
                    <a:pt x="100" y="95"/>
                  </a:moveTo>
                  <a:cubicBezTo>
                    <a:pt x="100" y="72"/>
                    <a:pt x="100" y="72"/>
                    <a:pt x="100" y="72"/>
                  </a:cubicBezTo>
                  <a:cubicBezTo>
                    <a:pt x="111" y="72"/>
                    <a:pt x="121" y="70"/>
                    <a:pt x="131" y="67"/>
                  </a:cubicBezTo>
                  <a:cubicBezTo>
                    <a:pt x="133" y="76"/>
                    <a:pt x="134" y="85"/>
                    <a:pt x="134" y="95"/>
                  </a:cubicBezTo>
                  <a:lnTo>
                    <a:pt x="100" y="95"/>
                  </a:lnTo>
                  <a:close/>
                  <a:moveTo>
                    <a:pt x="129" y="62"/>
                  </a:moveTo>
                  <a:cubicBezTo>
                    <a:pt x="120" y="64"/>
                    <a:pt x="111" y="66"/>
                    <a:pt x="100" y="66"/>
                  </a:cubicBezTo>
                  <a:cubicBezTo>
                    <a:pt x="100" y="30"/>
                    <a:pt x="100" y="30"/>
                    <a:pt x="100" y="30"/>
                  </a:cubicBezTo>
                  <a:cubicBezTo>
                    <a:pt x="113" y="31"/>
                    <a:pt x="123" y="44"/>
                    <a:pt x="129" y="62"/>
                  </a:cubicBezTo>
                  <a:close/>
                  <a:moveTo>
                    <a:pt x="12" y="97"/>
                  </a:moveTo>
                  <a:cubicBezTo>
                    <a:pt x="12" y="53"/>
                    <a:pt x="47" y="17"/>
                    <a:pt x="91" y="17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71" y="26"/>
                    <a:pt x="54" y="35"/>
                    <a:pt x="42" y="50"/>
                  </a:cubicBezTo>
                  <a:cubicBezTo>
                    <a:pt x="41" y="51"/>
                    <a:pt x="39" y="53"/>
                    <a:pt x="38" y="54"/>
                  </a:cubicBezTo>
                  <a:cubicBezTo>
                    <a:pt x="30" y="66"/>
                    <a:pt x="25" y="80"/>
                    <a:pt x="25" y="96"/>
                  </a:cubicBezTo>
                  <a:cubicBezTo>
                    <a:pt x="25" y="111"/>
                    <a:pt x="30" y="126"/>
                    <a:pt x="38" y="138"/>
                  </a:cubicBezTo>
                  <a:cubicBezTo>
                    <a:pt x="39" y="139"/>
                    <a:pt x="41" y="141"/>
                    <a:pt x="42" y="142"/>
                  </a:cubicBezTo>
                  <a:cubicBezTo>
                    <a:pt x="54" y="157"/>
                    <a:pt x="72" y="167"/>
                    <a:pt x="93" y="168"/>
                  </a:cubicBezTo>
                  <a:cubicBezTo>
                    <a:pt x="93" y="176"/>
                    <a:pt x="93" y="176"/>
                    <a:pt x="93" y="176"/>
                  </a:cubicBezTo>
                  <a:cubicBezTo>
                    <a:pt x="93" y="177"/>
                    <a:pt x="92" y="177"/>
                    <a:pt x="92" y="177"/>
                  </a:cubicBezTo>
                  <a:cubicBezTo>
                    <a:pt x="48" y="177"/>
                    <a:pt x="12" y="141"/>
                    <a:pt x="12" y="97"/>
                  </a:cubicBezTo>
                  <a:close/>
                  <a:moveTo>
                    <a:pt x="100" y="162"/>
                  </a:moveTo>
                  <a:cubicBezTo>
                    <a:pt x="100" y="126"/>
                    <a:pt x="100" y="126"/>
                    <a:pt x="100" y="126"/>
                  </a:cubicBezTo>
                  <a:cubicBezTo>
                    <a:pt x="111" y="126"/>
                    <a:pt x="120" y="127"/>
                    <a:pt x="129" y="130"/>
                  </a:cubicBezTo>
                  <a:cubicBezTo>
                    <a:pt x="123" y="148"/>
                    <a:pt x="113" y="160"/>
                    <a:pt x="100" y="162"/>
                  </a:cubicBezTo>
                  <a:close/>
                  <a:moveTo>
                    <a:pt x="118" y="159"/>
                  </a:moveTo>
                  <a:cubicBezTo>
                    <a:pt x="125" y="152"/>
                    <a:pt x="131" y="143"/>
                    <a:pt x="134" y="132"/>
                  </a:cubicBezTo>
                  <a:cubicBezTo>
                    <a:pt x="140" y="134"/>
                    <a:pt x="144" y="136"/>
                    <a:pt x="148" y="139"/>
                  </a:cubicBezTo>
                  <a:cubicBezTo>
                    <a:pt x="140" y="148"/>
                    <a:pt x="130" y="155"/>
                    <a:pt x="118" y="159"/>
                  </a:cubicBezTo>
                  <a:close/>
                  <a:moveTo>
                    <a:pt x="152" y="134"/>
                  </a:moveTo>
                  <a:cubicBezTo>
                    <a:pt x="147" y="131"/>
                    <a:pt x="142" y="128"/>
                    <a:pt x="136" y="126"/>
                  </a:cubicBezTo>
                  <a:cubicBezTo>
                    <a:pt x="138" y="118"/>
                    <a:pt x="140" y="110"/>
                    <a:pt x="140" y="101"/>
                  </a:cubicBezTo>
                  <a:cubicBezTo>
                    <a:pt x="163" y="101"/>
                    <a:pt x="163" y="101"/>
                    <a:pt x="163" y="101"/>
                  </a:cubicBezTo>
                  <a:cubicBezTo>
                    <a:pt x="163" y="113"/>
                    <a:pt x="158" y="125"/>
                    <a:pt x="152" y="134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  <a:round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pPr defTabSz="1245235"/>
              <a:endParaRPr lang="en-US" sz="2400">
                <a:solidFill>
                  <a:srgbClr val="FFFFFF"/>
                </a:solidFill>
              </a:endParaRPr>
            </a:p>
          </p:txBody>
        </p:sp>
      </p:grpSp>
      <p:sp>
        <p:nvSpPr>
          <p:cNvPr id="66" name="Content Placeholder 2"/>
          <p:cNvSpPr txBox="1"/>
          <p:nvPr/>
        </p:nvSpPr>
        <p:spPr>
          <a:xfrm>
            <a:off x="8672131" y="2446582"/>
            <a:ext cx="2246652" cy="993415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添加文字</a:t>
            </a:r>
            <a:br>
              <a:rPr lang="en-US" sz="1600" b="1" dirty="0">
                <a:solidFill>
                  <a:srgbClr val="FFFFFF"/>
                </a:solidFill>
              </a:rPr>
            </a:b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grpSp>
        <p:nvGrpSpPr>
          <p:cNvPr id="67" name="Group 35"/>
          <p:cNvGrpSpPr/>
          <p:nvPr/>
        </p:nvGrpSpPr>
        <p:grpSpPr>
          <a:xfrm>
            <a:off x="7301460" y="2853106"/>
            <a:ext cx="1233592" cy="304895"/>
            <a:chOff x="5257800" y="1733550"/>
            <a:chExt cx="925033" cy="228600"/>
          </a:xfrm>
        </p:grpSpPr>
        <p:cxnSp>
          <p:nvCxnSpPr>
            <p:cNvPr id="68" name="Straight Connector 113"/>
            <p:cNvCxnSpPr/>
            <p:nvPr/>
          </p:nvCxnSpPr>
          <p:spPr>
            <a:xfrm flipV="1">
              <a:off x="5257800" y="1733550"/>
              <a:ext cx="304800" cy="2286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4"/>
            <p:cNvCxnSpPr/>
            <p:nvPr/>
          </p:nvCxnSpPr>
          <p:spPr>
            <a:xfrm>
              <a:off x="5573233" y="1733550"/>
              <a:ext cx="609600" cy="1588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40"/>
          <p:cNvGrpSpPr/>
          <p:nvPr/>
        </p:nvGrpSpPr>
        <p:grpSpPr>
          <a:xfrm>
            <a:off x="7301461" y="4580839"/>
            <a:ext cx="1219412" cy="307012"/>
            <a:chOff x="5181600" y="3638550"/>
            <a:chExt cx="914400" cy="230188"/>
          </a:xfrm>
        </p:grpSpPr>
        <p:cxnSp>
          <p:nvCxnSpPr>
            <p:cNvPr id="71" name="Straight Connector 116"/>
            <p:cNvCxnSpPr/>
            <p:nvPr/>
          </p:nvCxnSpPr>
          <p:spPr>
            <a:xfrm rot="16200000" flipH="1">
              <a:off x="5181600" y="3638550"/>
              <a:ext cx="228600" cy="2286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17"/>
            <p:cNvCxnSpPr/>
            <p:nvPr/>
          </p:nvCxnSpPr>
          <p:spPr>
            <a:xfrm>
              <a:off x="5410200" y="3867150"/>
              <a:ext cx="685800" cy="1588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Content Placeholder 2"/>
          <p:cNvSpPr txBox="1"/>
          <p:nvPr/>
        </p:nvSpPr>
        <p:spPr>
          <a:xfrm>
            <a:off x="8724107" y="4377578"/>
            <a:ext cx="2246652" cy="993415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添加文字</a:t>
            </a:r>
            <a:br>
              <a:rPr lang="en-US" sz="1600" b="1" dirty="0">
                <a:solidFill>
                  <a:srgbClr val="FFFFFF"/>
                </a:solidFill>
              </a:rPr>
            </a:b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grpSp>
        <p:nvGrpSpPr>
          <p:cNvPr id="74" name="Group 42"/>
          <p:cNvGrpSpPr/>
          <p:nvPr/>
        </p:nvGrpSpPr>
        <p:grpSpPr>
          <a:xfrm rot="10800000">
            <a:off x="3439990" y="2867623"/>
            <a:ext cx="1219412" cy="307012"/>
            <a:chOff x="5181600" y="3638550"/>
            <a:chExt cx="914400" cy="230188"/>
          </a:xfrm>
        </p:grpSpPr>
        <p:cxnSp>
          <p:nvCxnSpPr>
            <p:cNvPr id="75" name="Straight Connector 120"/>
            <p:cNvCxnSpPr/>
            <p:nvPr/>
          </p:nvCxnSpPr>
          <p:spPr>
            <a:xfrm rot="16200000" flipH="1">
              <a:off x="5181600" y="3638550"/>
              <a:ext cx="228600" cy="2286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21"/>
            <p:cNvCxnSpPr/>
            <p:nvPr/>
          </p:nvCxnSpPr>
          <p:spPr>
            <a:xfrm>
              <a:off x="5410200" y="3867150"/>
              <a:ext cx="685800" cy="1588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Content Placeholder 2"/>
          <p:cNvSpPr txBox="1"/>
          <p:nvPr/>
        </p:nvSpPr>
        <p:spPr>
          <a:xfrm>
            <a:off x="1001167" y="2562729"/>
            <a:ext cx="2296653" cy="1001796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grpSp>
        <p:nvGrpSpPr>
          <p:cNvPr id="78" name="Group 50"/>
          <p:cNvGrpSpPr/>
          <p:nvPr/>
        </p:nvGrpSpPr>
        <p:grpSpPr>
          <a:xfrm rot="10800000">
            <a:off x="3439991" y="4585657"/>
            <a:ext cx="1233592" cy="304895"/>
            <a:chOff x="5257800" y="1733550"/>
            <a:chExt cx="925033" cy="228600"/>
          </a:xfrm>
        </p:grpSpPr>
        <p:cxnSp>
          <p:nvCxnSpPr>
            <p:cNvPr id="79" name="Straight Connector 124"/>
            <p:cNvCxnSpPr/>
            <p:nvPr/>
          </p:nvCxnSpPr>
          <p:spPr>
            <a:xfrm flipV="1">
              <a:off x="5257800" y="1733550"/>
              <a:ext cx="304800" cy="228600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25"/>
            <p:cNvCxnSpPr/>
            <p:nvPr/>
          </p:nvCxnSpPr>
          <p:spPr>
            <a:xfrm>
              <a:off x="5573233" y="1733550"/>
              <a:ext cx="609600" cy="1588"/>
            </a:xfrm>
            <a:prstGeom prst="line">
              <a:avLst/>
            </a:prstGeom>
            <a:ln>
              <a:solidFill>
                <a:schemeClr val="bg1"/>
              </a:solidFill>
              <a:prstDash val="sys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Content Placeholder 2"/>
          <p:cNvSpPr txBox="1"/>
          <p:nvPr/>
        </p:nvSpPr>
        <p:spPr>
          <a:xfrm>
            <a:off x="1001167" y="4382395"/>
            <a:ext cx="2296653" cy="1103428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2" name="Content Placeholder 2"/>
          <p:cNvSpPr txBox="1"/>
          <p:nvPr/>
        </p:nvSpPr>
        <p:spPr>
          <a:xfrm>
            <a:off x="5146270" y="5722953"/>
            <a:ext cx="2246652" cy="1058817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添加文字</a:t>
            </a:r>
            <a:br>
              <a:rPr lang="en-US" sz="1600" b="1" dirty="0">
                <a:solidFill>
                  <a:srgbClr val="FFFFFF"/>
                </a:solidFill>
              </a:rPr>
            </a:b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73" grpId="0"/>
      <p:bldP spid="77" grpId="0"/>
      <p:bldP spid="81" grpId="0"/>
      <p:bldP spid="8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74382" y="1892831"/>
            <a:ext cx="2858833" cy="1436103"/>
            <a:chOff x="1180786" y="1419622"/>
            <a:chExt cx="2144125" cy="1077077"/>
          </a:xfrm>
        </p:grpSpPr>
        <p:sp>
          <p:nvSpPr>
            <p:cNvPr id="9" name="Freeform 7"/>
            <p:cNvSpPr/>
            <p:nvPr/>
          </p:nvSpPr>
          <p:spPr bwMode="auto">
            <a:xfrm>
              <a:off x="1180786" y="1419622"/>
              <a:ext cx="2144125" cy="1077077"/>
            </a:xfrm>
            <a:custGeom>
              <a:avLst/>
              <a:gdLst/>
              <a:ahLst/>
              <a:cxnLst>
                <a:cxn ang="0">
                  <a:pos x="233" y="0"/>
                </a:cxn>
                <a:cxn ang="0">
                  <a:pos x="0" y="233"/>
                </a:cxn>
                <a:cxn ang="0">
                  <a:pos x="465" y="233"/>
                </a:cxn>
                <a:cxn ang="0">
                  <a:pos x="233" y="0"/>
                </a:cxn>
              </a:cxnLst>
              <a:rect l="0" t="0" r="r" b="b"/>
              <a:pathLst>
                <a:path w="465" h="233">
                  <a:moveTo>
                    <a:pt x="233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465" y="233"/>
                    <a:pt x="465" y="233"/>
                    <a:pt x="465" y="233"/>
                  </a:cubicBezTo>
                  <a:cubicBezTo>
                    <a:pt x="465" y="104"/>
                    <a:pt x="361" y="0"/>
                    <a:pt x="233" y="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0" name="TextBox 41"/>
            <p:cNvSpPr txBox="1"/>
            <p:nvPr/>
          </p:nvSpPr>
          <p:spPr>
            <a:xfrm>
              <a:off x="1857960" y="1540557"/>
              <a:ext cx="981508" cy="807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6400" spc="-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sz="6400" spc="-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765575" y="3328932"/>
            <a:ext cx="2856236" cy="1430910"/>
            <a:chOff x="3574181" y="2496698"/>
            <a:chExt cx="2142177" cy="1073182"/>
          </a:xfrm>
        </p:grpSpPr>
        <p:sp>
          <p:nvSpPr>
            <p:cNvPr id="12" name="Freeform 9"/>
            <p:cNvSpPr/>
            <p:nvPr/>
          </p:nvSpPr>
          <p:spPr bwMode="auto">
            <a:xfrm>
              <a:off x="3574181" y="2496698"/>
              <a:ext cx="2142177" cy="1073182"/>
            </a:xfrm>
            <a:custGeom>
              <a:avLst/>
              <a:gdLst/>
              <a:ahLst/>
              <a:cxnLst>
                <a:cxn ang="0">
                  <a:pos x="233" y="232"/>
                </a:cxn>
                <a:cxn ang="0">
                  <a:pos x="465" y="0"/>
                </a:cxn>
                <a:cxn ang="0">
                  <a:pos x="0" y="0"/>
                </a:cxn>
                <a:cxn ang="0">
                  <a:pos x="233" y="232"/>
                </a:cxn>
              </a:cxnLst>
              <a:rect l="0" t="0" r="r" b="b"/>
              <a:pathLst>
                <a:path w="465" h="232">
                  <a:moveTo>
                    <a:pt x="233" y="232"/>
                  </a:moveTo>
                  <a:cubicBezTo>
                    <a:pt x="361" y="232"/>
                    <a:pt x="465" y="128"/>
                    <a:pt x="46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28"/>
                    <a:pt x="104" y="232"/>
                    <a:pt x="233" y="232"/>
                  </a:cubicBezTo>
                  <a:close/>
                </a:path>
              </a:pathLst>
            </a:custGeom>
            <a:noFill/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3" name="TextBox 42"/>
            <p:cNvSpPr txBox="1"/>
            <p:nvPr/>
          </p:nvSpPr>
          <p:spPr>
            <a:xfrm>
              <a:off x="4254367" y="2496698"/>
              <a:ext cx="981508" cy="80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6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sz="6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959365" y="1892829"/>
            <a:ext cx="2853640" cy="1436103"/>
            <a:chOff x="5969524" y="1419622"/>
            <a:chExt cx="2140230" cy="1077077"/>
          </a:xfrm>
        </p:grpSpPr>
        <p:sp>
          <p:nvSpPr>
            <p:cNvPr id="15" name="Freeform 8"/>
            <p:cNvSpPr/>
            <p:nvPr/>
          </p:nvSpPr>
          <p:spPr bwMode="auto">
            <a:xfrm>
              <a:off x="5969524" y="1419622"/>
              <a:ext cx="2140230" cy="1077077"/>
            </a:xfrm>
            <a:custGeom>
              <a:avLst/>
              <a:gdLst/>
              <a:ahLst/>
              <a:cxnLst>
                <a:cxn ang="0">
                  <a:pos x="232" y="0"/>
                </a:cxn>
                <a:cxn ang="0">
                  <a:pos x="0" y="233"/>
                </a:cxn>
                <a:cxn ang="0">
                  <a:pos x="464" y="233"/>
                </a:cxn>
                <a:cxn ang="0">
                  <a:pos x="232" y="0"/>
                </a:cxn>
              </a:cxnLst>
              <a:rect l="0" t="0" r="r" b="b"/>
              <a:pathLst>
                <a:path w="464" h="233">
                  <a:moveTo>
                    <a:pt x="232" y="0"/>
                  </a:moveTo>
                  <a:cubicBezTo>
                    <a:pt x="104" y="0"/>
                    <a:pt x="0" y="104"/>
                    <a:pt x="0" y="233"/>
                  </a:cubicBezTo>
                  <a:cubicBezTo>
                    <a:pt x="464" y="233"/>
                    <a:pt x="464" y="233"/>
                    <a:pt x="464" y="233"/>
                  </a:cubicBezTo>
                  <a:cubicBezTo>
                    <a:pt x="464" y="104"/>
                    <a:pt x="360" y="0"/>
                    <a:pt x="232" y="0"/>
                  </a:cubicBezTo>
                  <a:close/>
                </a:path>
              </a:pathLst>
            </a:cu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2400">
                <a:solidFill>
                  <a:schemeClr val="bg1"/>
                </a:solidFill>
              </a:endParaRPr>
            </a:p>
          </p:txBody>
        </p:sp>
        <p:sp>
          <p:nvSpPr>
            <p:cNvPr id="16" name="TextBox 43"/>
            <p:cNvSpPr txBox="1"/>
            <p:nvPr/>
          </p:nvSpPr>
          <p:spPr>
            <a:xfrm>
              <a:off x="6633776" y="1519309"/>
              <a:ext cx="981508" cy="807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245235"/>
              <a:r>
                <a:rPr lang="id-ID" sz="6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sz="6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Content Placeholder 2"/>
          <p:cNvSpPr txBox="1"/>
          <p:nvPr/>
        </p:nvSpPr>
        <p:spPr>
          <a:xfrm>
            <a:off x="1582171" y="3453584"/>
            <a:ext cx="2755556" cy="121844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4822701" y="1957752"/>
            <a:ext cx="2755556" cy="121844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7938594" y="3453584"/>
            <a:ext cx="2755556" cy="1218440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ntent Placeholder 2"/>
          <p:cNvSpPr txBox="1"/>
          <p:nvPr/>
        </p:nvSpPr>
        <p:spPr>
          <a:xfrm>
            <a:off x="909573" y="5143849"/>
            <a:ext cx="10659035" cy="814284"/>
          </a:xfrm>
          <a:prstGeom prst="rect">
            <a:avLst/>
          </a:prstGeom>
        </p:spPr>
        <p:txBody>
          <a:bodyPr vert="horz" lIns="121943" tIns="60971" rIns="121943" bIns="60971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字以内，据统计每页幻灯片的最好控制在</a:t>
            </a:r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分钟之内。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ardrop 7"/>
          <p:cNvSpPr/>
          <p:nvPr/>
        </p:nvSpPr>
        <p:spPr>
          <a:xfrm rot="16200000">
            <a:off x="3194256" y="3581595"/>
            <a:ext cx="1955603" cy="1955604"/>
          </a:xfrm>
          <a:prstGeom prst="teardrop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6000" tIns="36000" rIns="108000" bIns="45720" rtlCol="0" anchor="ctr"/>
          <a:lstStyle/>
          <a:p>
            <a:pPr algn="ctr"/>
            <a:endParaRPr lang="th-TH" sz="3200" dirty="0"/>
          </a:p>
        </p:txBody>
      </p:sp>
      <p:sp>
        <p:nvSpPr>
          <p:cNvPr id="7" name="Teardrop 10"/>
          <p:cNvSpPr/>
          <p:nvPr/>
        </p:nvSpPr>
        <p:spPr>
          <a:xfrm rot="10800000">
            <a:off x="3194255" y="2121190"/>
            <a:ext cx="1391511" cy="1391511"/>
          </a:xfrm>
          <a:prstGeom prst="teardrop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91440" tIns="36000" rIns="36000" bIns="45720" rtlCol="0" anchor="ctr"/>
          <a:lstStyle/>
          <a:p>
            <a:pPr algn="ctr"/>
            <a:endParaRPr lang="th-TH" sz="3735" dirty="0"/>
          </a:p>
        </p:txBody>
      </p:sp>
      <p:sp>
        <p:nvSpPr>
          <p:cNvPr id="8" name="Teardrop 6"/>
          <p:cNvSpPr/>
          <p:nvPr/>
        </p:nvSpPr>
        <p:spPr>
          <a:xfrm>
            <a:off x="1734762" y="3581595"/>
            <a:ext cx="1391511" cy="1391511"/>
          </a:xfrm>
          <a:prstGeom prst="teardrop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108000" bIns="45720" rtlCol="0" anchor="ctr"/>
          <a:lstStyle/>
          <a:p>
            <a:pPr algn="ctr"/>
            <a:endParaRPr lang="th-TH" sz="3200" dirty="0"/>
          </a:p>
        </p:txBody>
      </p:sp>
      <p:sp>
        <p:nvSpPr>
          <p:cNvPr id="9" name="Teardrop 8"/>
          <p:cNvSpPr/>
          <p:nvPr/>
        </p:nvSpPr>
        <p:spPr>
          <a:xfrm rot="5400000">
            <a:off x="1727202" y="2135226"/>
            <a:ext cx="1391511" cy="1391511"/>
          </a:xfrm>
          <a:prstGeom prst="teardrop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108000" tIns="36000" rIns="0" bIns="45720" rtlCol="0" anchor="ctr"/>
          <a:lstStyle/>
          <a:p>
            <a:pPr algn="ctr"/>
            <a:endParaRPr lang="th-TH" sz="3200" dirty="0"/>
          </a:p>
        </p:txBody>
      </p:sp>
      <p:sp>
        <p:nvSpPr>
          <p:cNvPr id="10" name="Freeform 52"/>
          <p:cNvSpPr>
            <a:spLocks noEditPoints="1"/>
          </p:cNvSpPr>
          <p:nvPr/>
        </p:nvSpPr>
        <p:spPr bwMode="auto">
          <a:xfrm>
            <a:off x="2144657" y="3933546"/>
            <a:ext cx="571719" cy="615087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600"/>
          </a:p>
        </p:txBody>
      </p:sp>
      <p:sp>
        <p:nvSpPr>
          <p:cNvPr id="11" name="Freeform 42"/>
          <p:cNvSpPr>
            <a:spLocks noEditPoints="1"/>
          </p:cNvSpPr>
          <p:nvPr/>
        </p:nvSpPr>
        <p:spPr bwMode="auto">
          <a:xfrm>
            <a:off x="3860570" y="4241090"/>
            <a:ext cx="622975" cy="536231"/>
          </a:xfrm>
          <a:custGeom>
            <a:avLst/>
            <a:gdLst/>
            <a:ahLst/>
            <a:cxnLst>
              <a:cxn ang="0">
                <a:pos x="73" y="47"/>
              </a:cxn>
              <a:cxn ang="0">
                <a:pos x="67" y="53"/>
              </a:cxn>
              <a:cxn ang="0">
                <a:pos x="46" y="53"/>
              </a:cxn>
              <a:cxn ang="0">
                <a:pos x="48" y="60"/>
              </a:cxn>
              <a:cxn ang="0">
                <a:pos x="46" y="63"/>
              </a:cxn>
              <a:cxn ang="0">
                <a:pos x="26" y="63"/>
              </a:cxn>
              <a:cxn ang="0">
                <a:pos x="24" y="60"/>
              </a:cxn>
              <a:cxn ang="0">
                <a:pos x="26" y="53"/>
              </a:cxn>
              <a:cxn ang="0">
                <a:pos x="6" y="53"/>
              </a:cxn>
              <a:cxn ang="0">
                <a:pos x="0" y="47"/>
              </a:cxn>
              <a:cxn ang="0">
                <a:pos x="0" y="6"/>
              </a:cxn>
              <a:cxn ang="0">
                <a:pos x="6" y="0"/>
              </a:cxn>
              <a:cxn ang="0">
                <a:pos x="67" y="0"/>
              </a:cxn>
              <a:cxn ang="0">
                <a:pos x="73" y="6"/>
              </a:cxn>
              <a:cxn ang="0">
                <a:pos x="73" y="47"/>
              </a:cxn>
              <a:cxn ang="0">
                <a:pos x="68" y="6"/>
              </a:cxn>
              <a:cxn ang="0">
                <a:pos x="67" y="5"/>
              </a:cxn>
              <a:cxn ang="0">
                <a:pos x="6" y="5"/>
              </a:cxn>
              <a:cxn ang="0">
                <a:pos x="5" y="6"/>
              </a:cxn>
              <a:cxn ang="0">
                <a:pos x="5" y="37"/>
              </a:cxn>
              <a:cxn ang="0">
                <a:pos x="6" y="39"/>
              </a:cxn>
              <a:cxn ang="0">
                <a:pos x="67" y="39"/>
              </a:cxn>
              <a:cxn ang="0">
                <a:pos x="68" y="37"/>
              </a:cxn>
              <a:cxn ang="0">
                <a:pos x="68" y="6"/>
              </a:cxn>
            </a:cxnLst>
            <a:rect l="0" t="0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600"/>
          </a:p>
        </p:txBody>
      </p:sp>
      <p:sp>
        <p:nvSpPr>
          <p:cNvPr id="12" name="Freeform 178"/>
          <p:cNvSpPr>
            <a:spLocks noEditPoints="1"/>
          </p:cNvSpPr>
          <p:nvPr/>
        </p:nvSpPr>
        <p:spPr bwMode="auto">
          <a:xfrm>
            <a:off x="3578522" y="2596379"/>
            <a:ext cx="622975" cy="469203"/>
          </a:xfrm>
          <a:custGeom>
            <a:avLst/>
            <a:gdLst/>
            <a:ahLst/>
            <a:cxnLst>
              <a:cxn ang="0">
                <a:pos x="158" y="119"/>
              </a:cxn>
              <a:cxn ang="0">
                <a:pos x="0" y="119"/>
              </a:cxn>
              <a:cxn ang="0">
                <a:pos x="0" y="0"/>
              </a:cxn>
              <a:cxn ang="0">
                <a:pos x="9" y="0"/>
              </a:cxn>
              <a:cxn ang="0">
                <a:pos x="9" y="108"/>
              </a:cxn>
              <a:cxn ang="0">
                <a:pos x="158" y="108"/>
              </a:cxn>
              <a:cxn ang="0">
                <a:pos x="158" y="119"/>
              </a:cxn>
              <a:cxn ang="0">
                <a:pos x="50" y="99"/>
              </a:cxn>
              <a:cxn ang="0">
                <a:pos x="29" y="99"/>
              </a:cxn>
              <a:cxn ang="0">
                <a:pos x="29" y="60"/>
              </a:cxn>
              <a:cxn ang="0">
                <a:pos x="50" y="60"/>
              </a:cxn>
              <a:cxn ang="0">
                <a:pos x="50" y="99"/>
              </a:cxn>
              <a:cxn ang="0">
                <a:pos x="78" y="99"/>
              </a:cxn>
              <a:cxn ang="0">
                <a:pos x="59" y="99"/>
              </a:cxn>
              <a:cxn ang="0">
                <a:pos x="59" y="19"/>
              </a:cxn>
              <a:cxn ang="0">
                <a:pos x="78" y="19"/>
              </a:cxn>
              <a:cxn ang="0">
                <a:pos x="78" y="99"/>
              </a:cxn>
              <a:cxn ang="0">
                <a:pos x="109" y="99"/>
              </a:cxn>
              <a:cxn ang="0">
                <a:pos x="89" y="99"/>
              </a:cxn>
              <a:cxn ang="0">
                <a:pos x="89" y="39"/>
              </a:cxn>
              <a:cxn ang="0">
                <a:pos x="109" y="39"/>
              </a:cxn>
              <a:cxn ang="0">
                <a:pos x="109" y="99"/>
              </a:cxn>
              <a:cxn ang="0">
                <a:pos x="139" y="99"/>
              </a:cxn>
              <a:cxn ang="0">
                <a:pos x="119" y="99"/>
              </a:cxn>
              <a:cxn ang="0">
                <a:pos x="119" y="11"/>
              </a:cxn>
              <a:cxn ang="0">
                <a:pos x="139" y="11"/>
              </a:cxn>
              <a:cxn ang="0">
                <a:pos x="139" y="99"/>
              </a:cxn>
            </a:cxnLst>
            <a:rect l="0" t="0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600"/>
          </a:p>
        </p:txBody>
      </p:sp>
      <p:sp>
        <p:nvSpPr>
          <p:cNvPr id="13" name="Freeform 86"/>
          <p:cNvSpPr>
            <a:spLocks noEditPoints="1"/>
          </p:cNvSpPr>
          <p:nvPr/>
        </p:nvSpPr>
        <p:spPr bwMode="auto">
          <a:xfrm>
            <a:off x="2217203" y="2501106"/>
            <a:ext cx="426624" cy="717807"/>
          </a:xfrm>
          <a:custGeom>
            <a:avLst/>
            <a:gdLst/>
            <a:ahLst/>
            <a:cxnLst>
              <a:cxn ang="0">
                <a:pos x="29" y="44"/>
              </a:cxn>
              <a:cxn ang="0">
                <a:pos x="24" y="49"/>
              </a:cxn>
              <a:cxn ang="0">
                <a:pos x="5" y="49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24" y="0"/>
              </a:cxn>
              <a:cxn ang="0">
                <a:pos x="29" y="5"/>
              </a:cxn>
              <a:cxn ang="0">
                <a:pos x="29" y="44"/>
              </a:cxn>
              <a:cxn ang="0">
                <a:pos x="25" y="11"/>
              </a:cxn>
              <a:cxn ang="0">
                <a:pos x="24" y="10"/>
              </a:cxn>
              <a:cxn ang="0">
                <a:pos x="5" y="10"/>
              </a:cxn>
              <a:cxn ang="0">
                <a:pos x="3" y="11"/>
              </a:cxn>
              <a:cxn ang="0">
                <a:pos x="3" y="38"/>
              </a:cxn>
              <a:cxn ang="0">
                <a:pos x="5" y="39"/>
              </a:cxn>
              <a:cxn ang="0">
                <a:pos x="24" y="39"/>
              </a:cxn>
              <a:cxn ang="0">
                <a:pos x="25" y="38"/>
              </a:cxn>
              <a:cxn ang="0">
                <a:pos x="25" y="11"/>
              </a:cxn>
              <a:cxn ang="0">
                <a:pos x="17" y="5"/>
              </a:cxn>
              <a:cxn ang="0">
                <a:pos x="11" y="5"/>
              </a:cxn>
              <a:cxn ang="0">
                <a:pos x="11" y="6"/>
              </a:cxn>
              <a:cxn ang="0">
                <a:pos x="11" y="6"/>
              </a:cxn>
              <a:cxn ang="0">
                <a:pos x="17" y="6"/>
              </a:cxn>
              <a:cxn ang="0">
                <a:pos x="18" y="6"/>
              </a:cxn>
              <a:cxn ang="0">
                <a:pos x="17" y="5"/>
              </a:cxn>
              <a:cxn ang="0">
                <a:pos x="14" y="41"/>
              </a:cxn>
              <a:cxn ang="0">
                <a:pos x="11" y="44"/>
              </a:cxn>
              <a:cxn ang="0">
                <a:pos x="14" y="47"/>
              </a:cxn>
              <a:cxn ang="0">
                <a:pos x="17" y="44"/>
              </a:cxn>
              <a:cxn ang="0">
                <a:pos x="14" y="41"/>
              </a:cxn>
            </a:cxnLst>
            <a:rect l="0" t="0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1600"/>
          </a:p>
        </p:txBody>
      </p:sp>
      <p:grpSp>
        <p:nvGrpSpPr>
          <p:cNvPr id="14" name="组合 13"/>
          <p:cNvGrpSpPr/>
          <p:nvPr/>
        </p:nvGrpSpPr>
        <p:grpSpPr>
          <a:xfrm>
            <a:off x="6167028" y="2135226"/>
            <a:ext cx="2076451" cy="1363253"/>
            <a:chOff x="6167028" y="2135225"/>
            <a:chExt cx="2076450" cy="1363252"/>
          </a:xfrm>
        </p:grpSpPr>
        <p:sp>
          <p:nvSpPr>
            <p:cNvPr id="15" name="Rounded Rectangle 72"/>
            <p:cNvSpPr/>
            <p:nvPr/>
          </p:nvSpPr>
          <p:spPr>
            <a:xfrm>
              <a:off x="6167028" y="2167575"/>
              <a:ext cx="1712307" cy="333530"/>
            </a:xfrm>
            <a:prstGeom prst="roundRect">
              <a:avLst>
                <a:gd name="adj" fmla="val 2111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253049" y="2135225"/>
              <a:ext cx="154026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endPara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167028" y="2525710"/>
              <a:ext cx="2076450" cy="97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请在此添加相关文字内容请在此添加相关文字内容</a:t>
              </a:r>
              <a:endPara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8719728" y="2135226"/>
            <a:ext cx="2076451" cy="1363253"/>
            <a:chOff x="8719728" y="2135225"/>
            <a:chExt cx="2076450" cy="1363252"/>
          </a:xfrm>
        </p:grpSpPr>
        <p:sp>
          <p:nvSpPr>
            <p:cNvPr id="19" name="Rounded Rectangle 72"/>
            <p:cNvSpPr/>
            <p:nvPr/>
          </p:nvSpPr>
          <p:spPr>
            <a:xfrm>
              <a:off x="8786403" y="2167575"/>
              <a:ext cx="1712307" cy="333530"/>
            </a:xfrm>
            <a:prstGeom prst="roundRect">
              <a:avLst>
                <a:gd name="adj" fmla="val 2111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8872424" y="2135225"/>
              <a:ext cx="154026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endPara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719728" y="2525710"/>
              <a:ext cx="2076450" cy="97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请在此添加相关文字内容请在此添加相关文字内容</a:t>
              </a:r>
              <a:endPara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6167028" y="3933548"/>
            <a:ext cx="2076451" cy="1363253"/>
            <a:chOff x="6167028" y="3933546"/>
            <a:chExt cx="2076450" cy="1363252"/>
          </a:xfrm>
        </p:grpSpPr>
        <p:sp>
          <p:nvSpPr>
            <p:cNvPr id="27" name="Rounded Rectangle 72"/>
            <p:cNvSpPr/>
            <p:nvPr/>
          </p:nvSpPr>
          <p:spPr>
            <a:xfrm>
              <a:off x="6167028" y="3965896"/>
              <a:ext cx="1712307" cy="333530"/>
            </a:xfrm>
            <a:prstGeom prst="roundRect">
              <a:avLst>
                <a:gd name="adj" fmla="val 2111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253049" y="3933546"/>
              <a:ext cx="154026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endPara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6167028" y="4324031"/>
              <a:ext cx="2076450" cy="97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请在此添加相关文字内容请在此添加相关文字内容</a:t>
              </a:r>
              <a:endPara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8719728" y="3933548"/>
            <a:ext cx="2076451" cy="1363253"/>
            <a:chOff x="8719728" y="3933546"/>
            <a:chExt cx="2076450" cy="1363252"/>
          </a:xfrm>
        </p:grpSpPr>
        <p:sp>
          <p:nvSpPr>
            <p:cNvPr id="31" name="Rounded Rectangle 72"/>
            <p:cNvSpPr/>
            <p:nvPr/>
          </p:nvSpPr>
          <p:spPr>
            <a:xfrm>
              <a:off x="8786403" y="3965896"/>
              <a:ext cx="1712307" cy="333530"/>
            </a:xfrm>
            <a:prstGeom prst="roundRect">
              <a:avLst>
                <a:gd name="adj" fmla="val 21110"/>
              </a:avLst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872424" y="3933546"/>
              <a:ext cx="1540264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6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请输入标题</a:t>
              </a:r>
              <a:endPara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719728" y="4324031"/>
              <a:ext cx="2076450" cy="97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请在此添加相关文字内容请在此添加相关文字内容</a:t>
              </a:r>
              <a:endPara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3"/>
          <p:cNvSpPr>
            <a:spLocks noChangeArrowheads="1"/>
          </p:cNvSpPr>
          <p:nvPr/>
        </p:nvSpPr>
        <p:spPr bwMode="auto">
          <a:xfrm>
            <a:off x="2111742" y="1889709"/>
            <a:ext cx="2854821" cy="2855207"/>
          </a:xfrm>
          <a:prstGeom prst="ellipse">
            <a:avLst/>
          </a:prstGeom>
          <a:solidFill>
            <a:srgbClr val="FFFFFF">
              <a:alpha val="39999"/>
            </a:srgbClr>
          </a:solidFill>
          <a:ln w="12700">
            <a:solidFill>
              <a:schemeClr val="bg1"/>
            </a:solidFill>
            <a:bevel/>
          </a:ln>
        </p:spPr>
        <p:txBody>
          <a:bodyPr lIns="91452" tIns="45727" rIns="91452" bIns="45727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>
              <a:solidFill>
                <a:srgbClr val="FFFFFF"/>
              </a:solidFill>
            </a:endParaRPr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4669650" y="1889709"/>
            <a:ext cx="2854821" cy="2855207"/>
          </a:xfrm>
          <a:prstGeom prst="ellipse">
            <a:avLst/>
          </a:prstGeom>
          <a:solidFill>
            <a:srgbClr val="FFFFFF">
              <a:alpha val="39999"/>
            </a:srgbClr>
          </a:solidFill>
          <a:ln w="12700">
            <a:solidFill>
              <a:schemeClr val="bg1"/>
            </a:solidFill>
            <a:bevel/>
          </a:ln>
        </p:spPr>
        <p:txBody>
          <a:bodyPr lIns="91452" tIns="45727" rIns="91452" bIns="45727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>
              <a:solidFill>
                <a:srgbClr val="FFFFFF"/>
              </a:solidFill>
            </a:endParaRPr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7229144" y="1889709"/>
            <a:ext cx="2854821" cy="2855207"/>
          </a:xfrm>
          <a:prstGeom prst="ellipse">
            <a:avLst/>
          </a:prstGeom>
          <a:solidFill>
            <a:srgbClr val="FFFFFF">
              <a:alpha val="39999"/>
            </a:srgbClr>
          </a:solidFill>
          <a:ln w="12700">
            <a:solidFill>
              <a:schemeClr val="bg1"/>
            </a:solidFill>
            <a:bevel/>
          </a:ln>
        </p:spPr>
        <p:txBody>
          <a:bodyPr lIns="91452" tIns="45727" rIns="91452" bIns="45727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>
              <a:solidFill>
                <a:srgbClr val="FFFFFF"/>
              </a:solidFill>
            </a:endParaRPr>
          </a:p>
        </p:txBody>
      </p:sp>
      <p:grpSp>
        <p:nvGrpSpPr>
          <p:cNvPr id="9" name="Group 24"/>
          <p:cNvGrpSpPr/>
          <p:nvPr/>
        </p:nvGrpSpPr>
        <p:grpSpPr bwMode="auto">
          <a:xfrm>
            <a:off x="5527049" y="2745637"/>
            <a:ext cx="1140023" cy="1141764"/>
            <a:chOff x="0" y="0"/>
            <a:chExt cx="490538" cy="490538"/>
          </a:xfrm>
        </p:grpSpPr>
        <p:sp>
          <p:nvSpPr>
            <p:cNvPr id="10" name="Freeform 5"/>
            <p:cNvSpPr>
              <a:spLocks noEditPoints="1" noChangeArrowheads="1"/>
            </p:cNvSpPr>
            <p:nvPr/>
          </p:nvSpPr>
          <p:spPr bwMode="auto">
            <a:xfrm>
              <a:off x="0" y="0"/>
              <a:ext cx="490538" cy="490538"/>
            </a:xfrm>
            <a:custGeom>
              <a:avLst/>
              <a:gdLst>
                <a:gd name="T0" fmla="*/ 444550 w 128"/>
                <a:gd name="T1" fmla="*/ 0 h 128"/>
                <a:gd name="T2" fmla="*/ 107305 w 128"/>
                <a:gd name="T3" fmla="*/ 0 h 128"/>
                <a:gd name="T4" fmla="*/ 61317 w 128"/>
                <a:gd name="T5" fmla="*/ 45988 h 128"/>
                <a:gd name="T6" fmla="*/ 61317 w 128"/>
                <a:gd name="T7" fmla="*/ 76647 h 128"/>
                <a:gd name="T8" fmla="*/ 45988 w 128"/>
                <a:gd name="T9" fmla="*/ 76647 h 128"/>
                <a:gd name="T10" fmla="*/ 0 w 128"/>
                <a:gd name="T11" fmla="*/ 122635 h 128"/>
                <a:gd name="T12" fmla="*/ 0 w 128"/>
                <a:gd name="T13" fmla="*/ 429221 h 128"/>
                <a:gd name="T14" fmla="*/ 61317 w 128"/>
                <a:gd name="T15" fmla="*/ 490538 h 128"/>
                <a:gd name="T16" fmla="*/ 429221 w 128"/>
                <a:gd name="T17" fmla="*/ 490538 h 128"/>
                <a:gd name="T18" fmla="*/ 490538 w 128"/>
                <a:gd name="T19" fmla="*/ 429221 h 128"/>
                <a:gd name="T20" fmla="*/ 490538 w 128"/>
                <a:gd name="T21" fmla="*/ 45988 h 128"/>
                <a:gd name="T22" fmla="*/ 444550 w 128"/>
                <a:gd name="T23" fmla="*/ 0 h 128"/>
                <a:gd name="T24" fmla="*/ 459879 w 128"/>
                <a:gd name="T25" fmla="*/ 429221 h 128"/>
                <a:gd name="T26" fmla="*/ 429221 w 128"/>
                <a:gd name="T27" fmla="*/ 459879 h 128"/>
                <a:gd name="T28" fmla="*/ 61317 w 128"/>
                <a:gd name="T29" fmla="*/ 459879 h 128"/>
                <a:gd name="T30" fmla="*/ 30659 w 128"/>
                <a:gd name="T31" fmla="*/ 429221 h 128"/>
                <a:gd name="T32" fmla="*/ 30659 w 128"/>
                <a:gd name="T33" fmla="*/ 122635 h 128"/>
                <a:gd name="T34" fmla="*/ 45988 w 128"/>
                <a:gd name="T35" fmla="*/ 107305 h 128"/>
                <a:gd name="T36" fmla="*/ 61317 w 128"/>
                <a:gd name="T37" fmla="*/ 107305 h 128"/>
                <a:gd name="T38" fmla="*/ 61317 w 128"/>
                <a:gd name="T39" fmla="*/ 413891 h 128"/>
                <a:gd name="T40" fmla="*/ 76647 w 128"/>
                <a:gd name="T41" fmla="*/ 429221 h 128"/>
                <a:gd name="T42" fmla="*/ 91976 w 128"/>
                <a:gd name="T43" fmla="*/ 413891 h 128"/>
                <a:gd name="T44" fmla="*/ 91976 w 128"/>
                <a:gd name="T45" fmla="*/ 45988 h 128"/>
                <a:gd name="T46" fmla="*/ 107305 w 128"/>
                <a:gd name="T47" fmla="*/ 30659 h 128"/>
                <a:gd name="T48" fmla="*/ 444550 w 128"/>
                <a:gd name="T49" fmla="*/ 30659 h 128"/>
                <a:gd name="T50" fmla="*/ 459879 w 128"/>
                <a:gd name="T51" fmla="*/ 45988 h 128"/>
                <a:gd name="T52" fmla="*/ 459879 w 128"/>
                <a:gd name="T53" fmla="*/ 429221 h 12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128"/>
                <a:gd name="T82" fmla="*/ 0 h 128"/>
                <a:gd name="T83" fmla="*/ 128 w 128"/>
                <a:gd name="T84" fmla="*/ 128 h 12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1" name="Freeform 6"/>
            <p:cNvSpPr>
              <a:spLocks noChangeArrowheads="1"/>
            </p:cNvSpPr>
            <p:nvPr/>
          </p:nvSpPr>
          <p:spPr bwMode="auto">
            <a:xfrm>
              <a:off x="290513" y="184150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2" name="Freeform 7"/>
            <p:cNvSpPr>
              <a:spLocks noChangeArrowheads="1"/>
            </p:cNvSpPr>
            <p:nvPr/>
          </p:nvSpPr>
          <p:spPr bwMode="auto">
            <a:xfrm>
              <a:off x="290513" y="138112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3" name="Freeform 8"/>
            <p:cNvSpPr>
              <a:spLocks noChangeArrowheads="1"/>
            </p:cNvSpPr>
            <p:nvPr/>
          </p:nvSpPr>
          <p:spPr bwMode="auto">
            <a:xfrm>
              <a:off x="290513" y="92075"/>
              <a:ext cx="138113" cy="14288"/>
            </a:xfrm>
            <a:custGeom>
              <a:avLst/>
              <a:gdLst>
                <a:gd name="T0" fmla="*/ 7673 w 36"/>
                <a:gd name="T1" fmla="*/ 14288 h 4"/>
                <a:gd name="T2" fmla="*/ 130440 w 36"/>
                <a:gd name="T3" fmla="*/ 14288 h 4"/>
                <a:gd name="T4" fmla="*/ 138113 w 36"/>
                <a:gd name="T5" fmla="*/ 7144 h 4"/>
                <a:gd name="T6" fmla="*/ 130440 w 36"/>
                <a:gd name="T7" fmla="*/ 0 h 4"/>
                <a:gd name="T8" fmla="*/ 7673 w 36"/>
                <a:gd name="T9" fmla="*/ 0 h 4"/>
                <a:gd name="T10" fmla="*/ 0 w 36"/>
                <a:gd name="T11" fmla="*/ 7144 h 4"/>
                <a:gd name="T12" fmla="*/ 7673 w 36"/>
                <a:gd name="T13" fmla="*/ 14288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4" name="Freeform 9"/>
            <p:cNvSpPr>
              <a:spLocks noChangeArrowheads="1"/>
            </p:cNvSpPr>
            <p:nvPr/>
          </p:nvSpPr>
          <p:spPr bwMode="auto">
            <a:xfrm>
              <a:off x="122238" y="414337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5" name="Freeform 10"/>
            <p:cNvSpPr>
              <a:spLocks noChangeArrowheads="1"/>
            </p:cNvSpPr>
            <p:nvPr/>
          </p:nvSpPr>
          <p:spPr bwMode="auto">
            <a:xfrm>
              <a:off x="122238" y="368300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6" name="Freeform 11"/>
            <p:cNvSpPr>
              <a:spLocks noChangeArrowheads="1"/>
            </p:cNvSpPr>
            <p:nvPr/>
          </p:nvSpPr>
          <p:spPr bwMode="auto">
            <a:xfrm>
              <a:off x="122238" y="322262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7" name="Freeform 12"/>
            <p:cNvSpPr>
              <a:spLocks noChangeArrowheads="1"/>
            </p:cNvSpPr>
            <p:nvPr/>
          </p:nvSpPr>
          <p:spPr bwMode="auto">
            <a:xfrm>
              <a:off x="290513" y="414337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8" name="Freeform 13"/>
            <p:cNvSpPr>
              <a:spLocks noChangeArrowheads="1"/>
            </p:cNvSpPr>
            <p:nvPr/>
          </p:nvSpPr>
          <p:spPr bwMode="auto">
            <a:xfrm>
              <a:off x="290513" y="368300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19" name="Freeform 14"/>
            <p:cNvSpPr>
              <a:spLocks noChangeArrowheads="1"/>
            </p:cNvSpPr>
            <p:nvPr/>
          </p:nvSpPr>
          <p:spPr bwMode="auto">
            <a:xfrm>
              <a:off x="290513" y="322262"/>
              <a:ext cx="138113" cy="14288"/>
            </a:xfrm>
            <a:custGeom>
              <a:avLst/>
              <a:gdLst>
                <a:gd name="T0" fmla="*/ 130440 w 36"/>
                <a:gd name="T1" fmla="*/ 0 h 4"/>
                <a:gd name="T2" fmla="*/ 7673 w 36"/>
                <a:gd name="T3" fmla="*/ 0 h 4"/>
                <a:gd name="T4" fmla="*/ 0 w 36"/>
                <a:gd name="T5" fmla="*/ 7144 h 4"/>
                <a:gd name="T6" fmla="*/ 7673 w 36"/>
                <a:gd name="T7" fmla="*/ 14288 h 4"/>
                <a:gd name="T8" fmla="*/ 130440 w 36"/>
                <a:gd name="T9" fmla="*/ 14288 h 4"/>
                <a:gd name="T10" fmla="*/ 138113 w 36"/>
                <a:gd name="T11" fmla="*/ 7144 h 4"/>
                <a:gd name="T12" fmla="*/ 130440 w 36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"/>
                <a:gd name="T22" fmla="*/ 0 h 4"/>
                <a:gd name="T23" fmla="*/ 36 w 36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0" name="Freeform 15"/>
            <p:cNvSpPr>
              <a:spLocks noChangeArrowheads="1"/>
            </p:cNvSpPr>
            <p:nvPr/>
          </p:nvSpPr>
          <p:spPr bwMode="auto">
            <a:xfrm>
              <a:off x="122238" y="230187"/>
              <a:ext cx="306388" cy="14288"/>
            </a:xfrm>
            <a:custGeom>
              <a:avLst/>
              <a:gdLst>
                <a:gd name="T0" fmla="*/ 298728 w 80"/>
                <a:gd name="T1" fmla="*/ 0 h 4"/>
                <a:gd name="T2" fmla="*/ 7660 w 80"/>
                <a:gd name="T3" fmla="*/ 0 h 4"/>
                <a:gd name="T4" fmla="*/ 0 w 80"/>
                <a:gd name="T5" fmla="*/ 7144 h 4"/>
                <a:gd name="T6" fmla="*/ 7660 w 80"/>
                <a:gd name="T7" fmla="*/ 14288 h 4"/>
                <a:gd name="T8" fmla="*/ 298728 w 80"/>
                <a:gd name="T9" fmla="*/ 14288 h 4"/>
                <a:gd name="T10" fmla="*/ 306388 w 80"/>
                <a:gd name="T11" fmla="*/ 7144 h 4"/>
                <a:gd name="T12" fmla="*/ 298728 w 80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"/>
                <a:gd name="T22" fmla="*/ 0 h 4"/>
                <a:gd name="T23" fmla="*/ 80 w 80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5" name="Freeform 16"/>
            <p:cNvSpPr>
              <a:spLocks noChangeArrowheads="1"/>
            </p:cNvSpPr>
            <p:nvPr/>
          </p:nvSpPr>
          <p:spPr bwMode="auto">
            <a:xfrm>
              <a:off x="122238" y="276225"/>
              <a:ext cx="306388" cy="14288"/>
            </a:xfrm>
            <a:custGeom>
              <a:avLst/>
              <a:gdLst>
                <a:gd name="T0" fmla="*/ 298728 w 80"/>
                <a:gd name="T1" fmla="*/ 0 h 4"/>
                <a:gd name="T2" fmla="*/ 7660 w 80"/>
                <a:gd name="T3" fmla="*/ 0 h 4"/>
                <a:gd name="T4" fmla="*/ 0 w 80"/>
                <a:gd name="T5" fmla="*/ 7144 h 4"/>
                <a:gd name="T6" fmla="*/ 7660 w 80"/>
                <a:gd name="T7" fmla="*/ 14288 h 4"/>
                <a:gd name="T8" fmla="*/ 298728 w 80"/>
                <a:gd name="T9" fmla="*/ 14288 h 4"/>
                <a:gd name="T10" fmla="*/ 306388 w 80"/>
                <a:gd name="T11" fmla="*/ 7144 h 4"/>
                <a:gd name="T12" fmla="*/ 298728 w 80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0"/>
                <a:gd name="T22" fmla="*/ 0 h 4"/>
                <a:gd name="T23" fmla="*/ 80 w 80"/>
                <a:gd name="T24" fmla="*/ 4 h 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26" name="Freeform 17"/>
            <p:cNvSpPr>
              <a:spLocks noEditPoints="1" noChangeArrowheads="1"/>
            </p:cNvSpPr>
            <p:nvPr/>
          </p:nvSpPr>
          <p:spPr bwMode="auto">
            <a:xfrm>
              <a:off x="122238" y="60325"/>
              <a:ext cx="138113" cy="138113"/>
            </a:xfrm>
            <a:custGeom>
              <a:avLst/>
              <a:gdLst>
                <a:gd name="T0" fmla="*/ 15346 w 36"/>
                <a:gd name="T1" fmla="*/ 138113 h 36"/>
                <a:gd name="T2" fmla="*/ 122767 w 36"/>
                <a:gd name="T3" fmla="*/ 138113 h 36"/>
                <a:gd name="T4" fmla="*/ 138113 w 36"/>
                <a:gd name="T5" fmla="*/ 122767 h 36"/>
                <a:gd name="T6" fmla="*/ 138113 w 36"/>
                <a:gd name="T7" fmla="*/ 15346 h 36"/>
                <a:gd name="T8" fmla="*/ 122767 w 36"/>
                <a:gd name="T9" fmla="*/ 0 h 36"/>
                <a:gd name="T10" fmla="*/ 15346 w 36"/>
                <a:gd name="T11" fmla="*/ 0 h 36"/>
                <a:gd name="T12" fmla="*/ 0 w 36"/>
                <a:gd name="T13" fmla="*/ 15346 h 36"/>
                <a:gd name="T14" fmla="*/ 0 w 36"/>
                <a:gd name="T15" fmla="*/ 122767 h 36"/>
                <a:gd name="T16" fmla="*/ 15346 w 36"/>
                <a:gd name="T17" fmla="*/ 138113 h 36"/>
                <a:gd name="T18" fmla="*/ 30692 w 36"/>
                <a:gd name="T19" fmla="*/ 30692 h 36"/>
                <a:gd name="T20" fmla="*/ 107421 w 36"/>
                <a:gd name="T21" fmla="*/ 30692 h 36"/>
                <a:gd name="T22" fmla="*/ 107421 w 36"/>
                <a:gd name="T23" fmla="*/ 107421 h 36"/>
                <a:gd name="T24" fmla="*/ 30692 w 36"/>
                <a:gd name="T25" fmla="*/ 107421 h 36"/>
                <a:gd name="T26" fmla="*/ 30692 w 36"/>
                <a:gd name="T27" fmla="*/ 30692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36"/>
                <a:gd name="T43" fmla="*/ 0 h 36"/>
                <a:gd name="T44" fmla="*/ 36 w 36"/>
                <a:gd name="T45" fmla="*/ 36 h 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sp>
        <p:nvSpPr>
          <p:cNvPr id="27" name="Freeform 26"/>
          <p:cNvSpPr>
            <a:spLocks noEditPoints="1" noChangeArrowheads="1"/>
          </p:cNvSpPr>
          <p:nvPr/>
        </p:nvSpPr>
        <p:spPr bwMode="auto">
          <a:xfrm>
            <a:off x="8084955" y="2656709"/>
            <a:ext cx="1298800" cy="1249748"/>
          </a:xfrm>
          <a:custGeom>
            <a:avLst/>
            <a:gdLst>
              <a:gd name="T0" fmla="*/ 924743 w 132"/>
              <a:gd name="T1" fmla="*/ 0 h 128"/>
              <a:gd name="T2" fmla="*/ 550911 w 132"/>
              <a:gd name="T3" fmla="*/ 263537 h 128"/>
              <a:gd name="T4" fmla="*/ 541073 w 132"/>
              <a:gd name="T5" fmla="*/ 263537 h 128"/>
              <a:gd name="T6" fmla="*/ 137728 w 132"/>
              <a:gd name="T7" fmla="*/ 673484 h 128"/>
              <a:gd name="T8" fmla="*/ 9838 w 132"/>
              <a:gd name="T9" fmla="*/ 1073670 h 128"/>
              <a:gd name="T10" fmla="*/ 137728 w 132"/>
              <a:gd name="T11" fmla="*/ 1249362 h 128"/>
              <a:gd name="T12" fmla="*/ 521398 w 132"/>
              <a:gd name="T13" fmla="*/ 1151756 h 128"/>
              <a:gd name="T14" fmla="*/ 1180523 w 132"/>
              <a:gd name="T15" fmla="*/ 517314 h 128"/>
              <a:gd name="T16" fmla="*/ 629612 w 132"/>
              <a:gd name="T17" fmla="*/ 927261 h 128"/>
              <a:gd name="T18" fmla="*/ 973931 w 132"/>
              <a:gd name="T19" fmla="*/ 458750 h 128"/>
              <a:gd name="T20" fmla="*/ 934580 w 132"/>
              <a:gd name="T21" fmla="*/ 653963 h 128"/>
              <a:gd name="T22" fmla="*/ 629612 w 132"/>
              <a:gd name="T23" fmla="*/ 956543 h 128"/>
              <a:gd name="T24" fmla="*/ 580424 w 132"/>
              <a:gd name="T25" fmla="*/ 790612 h 128"/>
              <a:gd name="T26" fmla="*/ 452534 w 132"/>
              <a:gd name="T27" fmla="*/ 663724 h 128"/>
              <a:gd name="T28" fmla="*/ 905067 w 132"/>
              <a:gd name="T29" fmla="*/ 351383 h 128"/>
              <a:gd name="T30" fmla="*/ 580424 w 132"/>
              <a:gd name="T31" fmla="*/ 790612 h 128"/>
              <a:gd name="T32" fmla="*/ 295131 w 132"/>
              <a:gd name="T33" fmla="*/ 624681 h 128"/>
              <a:gd name="T34" fmla="*/ 787015 w 132"/>
              <a:gd name="T35" fmla="*/ 283059 h 128"/>
              <a:gd name="T36" fmla="*/ 167241 w 132"/>
              <a:gd name="T37" fmla="*/ 1161516 h 128"/>
              <a:gd name="T38" fmla="*/ 78702 w 132"/>
              <a:gd name="T39" fmla="*/ 1112713 h 128"/>
              <a:gd name="T40" fmla="*/ 127890 w 132"/>
              <a:gd name="T41" fmla="*/ 937022 h 128"/>
              <a:gd name="T42" fmla="*/ 314806 w 132"/>
              <a:gd name="T43" fmla="*/ 1132234 h 128"/>
              <a:gd name="T44" fmla="*/ 344319 w 132"/>
              <a:gd name="T45" fmla="*/ 1122474 h 128"/>
              <a:gd name="T46" fmla="*/ 137728 w 132"/>
              <a:gd name="T47" fmla="*/ 897979 h 128"/>
              <a:gd name="T48" fmla="*/ 186916 w 132"/>
              <a:gd name="T49" fmla="*/ 732048 h 128"/>
              <a:gd name="T50" fmla="*/ 511560 w 132"/>
              <a:gd name="T51" fmla="*/ 1073670 h 128"/>
              <a:gd name="T52" fmla="*/ 344319 w 132"/>
              <a:gd name="T53" fmla="*/ 1122474 h 128"/>
              <a:gd name="T54" fmla="*/ 1062470 w 132"/>
              <a:gd name="T55" fmla="*/ 527075 h 128"/>
              <a:gd name="T56" fmla="*/ 964094 w 132"/>
              <a:gd name="T57" fmla="*/ 292819 h 128"/>
              <a:gd name="T58" fmla="*/ 796853 w 132"/>
              <a:gd name="T59" fmla="*/ 126888 h 128"/>
              <a:gd name="T60" fmla="*/ 1101821 w 132"/>
              <a:gd name="T61" fmla="*/ 156170 h 128"/>
              <a:gd name="T62" fmla="*/ 1131334 w 132"/>
              <a:gd name="T63" fmla="*/ 458750 h 12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132"/>
              <a:gd name="T97" fmla="*/ 0 h 128"/>
              <a:gd name="T98" fmla="*/ 132 w 132"/>
              <a:gd name="T99" fmla="*/ 128 h 128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132" h="128">
                <a:moveTo>
                  <a:pt x="118" y="10"/>
                </a:moveTo>
                <a:cubicBezTo>
                  <a:pt x="111" y="4"/>
                  <a:pt x="102" y="0"/>
                  <a:pt x="94" y="0"/>
                </a:cubicBezTo>
                <a:cubicBezTo>
                  <a:pt x="87" y="0"/>
                  <a:pt x="80" y="3"/>
                  <a:pt x="75" y="8"/>
                </a:cubicBezTo>
                <a:cubicBezTo>
                  <a:pt x="56" y="27"/>
                  <a:pt x="56" y="27"/>
                  <a:pt x="56" y="27"/>
                </a:cubicBezTo>
                <a:cubicBezTo>
                  <a:pt x="56" y="27"/>
                  <a:pt x="56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14" y="69"/>
                  <a:pt x="14" y="69"/>
                  <a:pt x="14" y="69"/>
                </a:cubicBezTo>
                <a:cubicBezTo>
                  <a:pt x="12" y="71"/>
                  <a:pt x="11" y="73"/>
                  <a:pt x="10" y="76"/>
                </a:cubicBezTo>
                <a:cubicBezTo>
                  <a:pt x="1" y="110"/>
                  <a:pt x="1" y="110"/>
                  <a:pt x="1" y="110"/>
                </a:cubicBezTo>
                <a:cubicBezTo>
                  <a:pt x="1" y="110"/>
                  <a:pt x="0" y="113"/>
                  <a:pt x="0" y="114"/>
                </a:cubicBezTo>
                <a:cubicBezTo>
                  <a:pt x="0" y="122"/>
                  <a:pt x="6" y="128"/>
                  <a:pt x="14" y="128"/>
                </a:cubicBezTo>
                <a:cubicBezTo>
                  <a:pt x="16" y="128"/>
                  <a:pt x="19" y="127"/>
                  <a:pt x="19" y="127"/>
                </a:cubicBezTo>
                <a:cubicBezTo>
                  <a:pt x="53" y="118"/>
                  <a:pt x="53" y="118"/>
                  <a:pt x="53" y="118"/>
                </a:cubicBezTo>
                <a:cubicBezTo>
                  <a:pt x="55" y="118"/>
                  <a:pt x="57" y="116"/>
                  <a:pt x="59" y="114"/>
                </a:cubicBezTo>
                <a:cubicBezTo>
                  <a:pt x="120" y="53"/>
                  <a:pt x="120" y="53"/>
                  <a:pt x="120" y="53"/>
                </a:cubicBezTo>
                <a:cubicBezTo>
                  <a:pt x="132" y="42"/>
                  <a:pt x="130" y="23"/>
                  <a:pt x="118" y="10"/>
                </a:cubicBezTo>
                <a:close/>
                <a:moveTo>
                  <a:pt x="64" y="95"/>
                </a:moveTo>
                <a:cubicBezTo>
                  <a:pt x="64" y="92"/>
                  <a:pt x="63" y="88"/>
                  <a:pt x="61" y="85"/>
                </a:cubicBezTo>
                <a:cubicBezTo>
                  <a:pt x="99" y="47"/>
                  <a:pt x="99" y="47"/>
                  <a:pt x="99" y="47"/>
                </a:cubicBezTo>
                <a:cubicBezTo>
                  <a:pt x="101" y="54"/>
                  <a:pt x="100" y="62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95" y="67"/>
                  <a:pt x="95" y="67"/>
                  <a:pt x="95" y="67"/>
                </a:cubicBezTo>
                <a:cubicBezTo>
                  <a:pt x="64" y="98"/>
                  <a:pt x="64" y="98"/>
                  <a:pt x="64" y="98"/>
                </a:cubicBezTo>
                <a:cubicBezTo>
                  <a:pt x="64" y="97"/>
                  <a:pt x="64" y="96"/>
                  <a:pt x="64" y="95"/>
                </a:cubicBezTo>
                <a:close/>
                <a:moveTo>
                  <a:pt x="59" y="81"/>
                </a:moveTo>
                <a:cubicBezTo>
                  <a:pt x="58" y="79"/>
                  <a:pt x="56" y="76"/>
                  <a:pt x="54" y="74"/>
                </a:cubicBezTo>
                <a:cubicBezTo>
                  <a:pt x="51" y="72"/>
                  <a:pt x="49" y="70"/>
                  <a:pt x="46" y="68"/>
                </a:cubicBezTo>
                <a:cubicBezTo>
                  <a:pt x="84" y="30"/>
                  <a:pt x="84" y="30"/>
                  <a:pt x="84" y="30"/>
                </a:cubicBezTo>
                <a:cubicBezTo>
                  <a:pt x="87" y="31"/>
                  <a:pt x="90" y="33"/>
                  <a:pt x="92" y="36"/>
                </a:cubicBezTo>
                <a:cubicBezTo>
                  <a:pt x="94" y="38"/>
                  <a:pt x="96" y="40"/>
                  <a:pt x="97" y="43"/>
                </a:cubicBezTo>
                <a:lnTo>
                  <a:pt x="59" y="81"/>
                </a:lnTo>
                <a:close/>
                <a:moveTo>
                  <a:pt x="42" y="66"/>
                </a:moveTo>
                <a:cubicBezTo>
                  <a:pt x="38" y="65"/>
                  <a:pt x="34" y="64"/>
                  <a:pt x="30" y="64"/>
                </a:cubicBezTo>
                <a:cubicBezTo>
                  <a:pt x="61" y="33"/>
                  <a:pt x="61" y="33"/>
                  <a:pt x="61" y="33"/>
                </a:cubicBezTo>
                <a:cubicBezTo>
                  <a:pt x="66" y="28"/>
                  <a:pt x="73" y="27"/>
                  <a:pt x="80" y="29"/>
                </a:cubicBezTo>
                <a:lnTo>
                  <a:pt x="42" y="66"/>
                </a:lnTo>
                <a:close/>
                <a:moveTo>
                  <a:pt x="17" y="119"/>
                </a:moveTo>
                <a:cubicBezTo>
                  <a:pt x="16" y="120"/>
                  <a:pt x="15" y="120"/>
                  <a:pt x="14" y="120"/>
                </a:cubicBezTo>
                <a:cubicBezTo>
                  <a:pt x="11" y="120"/>
                  <a:pt x="8" y="117"/>
                  <a:pt x="8" y="114"/>
                </a:cubicBezTo>
                <a:cubicBezTo>
                  <a:pt x="8" y="113"/>
                  <a:pt x="8" y="112"/>
                  <a:pt x="8" y="112"/>
                </a:cubicBezTo>
                <a:cubicBezTo>
                  <a:pt x="13" y="96"/>
                  <a:pt x="13" y="96"/>
                  <a:pt x="13" y="96"/>
                </a:cubicBezTo>
                <a:cubicBezTo>
                  <a:pt x="17" y="96"/>
                  <a:pt x="22" y="98"/>
                  <a:pt x="26" y="102"/>
                </a:cubicBezTo>
                <a:cubicBezTo>
                  <a:pt x="30" y="106"/>
                  <a:pt x="32" y="111"/>
                  <a:pt x="32" y="116"/>
                </a:cubicBezTo>
                <a:lnTo>
                  <a:pt x="17" y="119"/>
                </a:lnTo>
                <a:close/>
                <a:moveTo>
                  <a:pt x="35" y="115"/>
                </a:moveTo>
                <a:cubicBezTo>
                  <a:pt x="35" y="109"/>
                  <a:pt x="33" y="104"/>
                  <a:pt x="29" y="99"/>
                </a:cubicBezTo>
                <a:cubicBezTo>
                  <a:pt x="25" y="95"/>
                  <a:pt x="19" y="93"/>
                  <a:pt x="14" y="92"/>
                </a:cubicBezTo>
                <a:cubicBezTo>
                  <a:pt x="18" y="78"/>
                  <a:pt x="18" y="78"/>
                  <a:pt x="18" y="78"/>
                </a:cubicBezTo>
                <a:cubicBezTo>
                  <a:pt x="18" y="77"/>
                  <a:pt x="19" y="76"/>
                  <a:pt x="19" y="75"/>
                </a:cubicBezTo>
                <a:cubicBezTo>
                  <a:pt x="27" y="69"/>
                  <a:pt x="40" y="71"/>
                  <a:pt x="48" y="80"/>
                </a:cubicBezTo>
                <a:cubicBezTo>
                  <a:pt x="57" y="89"/>
                  <a:pt x="59" y="102"/>
                  <a:pt x="52" y="110"/>
                </a:cubicBezTo>
                <a:cubicBezTo>
                  <a:pt x="51" y="110"/>
                  <a:pt x="51" y="111"/>
                  <a:pt x="50" y="111"/>
                </a:cubicBezTo>
                <a:lnTo>
                  <a:pt x="35" y="115"/>
                </a:lnTo>
                <a:close/>
                <a:moveTo>
                  <a:pt x="115" y="47"/>
                </a:moveTo>
                <a:cubicBezTo>
                  <a:pt x="108" y="54"/>
                  <a:pt x="108" y="54"/>
                  <a:pt x="108" y="54"/>
                </a:cubicBezTo>
                <a:cubicBezTo>
                  <a:pt x="108" y="53"/>
                  <a:pt x="108" y="52"/>
                  <a:pt x="108" y="51"/>
                </a:cubicBezTo>
                <a:cubicBezTo>
                  <a:pt x="107" y="43"/>
                  <a:pt x="104" y="36"/>
                  <a:pt x="98" y="30"/>
                </a:cubicBezTo>
                <a:cubicBezTo>
                  <a:pt x="91" y="24"/>
                  <a:pt x="83" y="20"/>
                  <a:pt x="74" y="20"/>
                </a:cubicBezTo>
                <a:cubicBezTo>
                  <a:pt x="81" y="13"/>
                  <a:pt x="81" y="13"/>
                  <a:pt x="81" y="13"/>
                </a:cubicBezTo>
                <a:cubicBezTo>
                  <a:pt x="84" y="10"/>
                  <a:pt x="89" y="8"/>
                  <a:pt x="94" y="8"/>
                </a:cubicBezTo>
                <a:cubicBezTo>
                  <a:pt x="100" y="8"/>
                  <a:pt x="107" y="11"/>
                  <a:pt x="112" y="16"/>
                </a:cubicBezTo>
                <a:cubicBezTo>
                  <a:pt x="117" y="21"/>
                  <a:pt x="120" y="27"/>
                  <a:pt x="120" y="33"/>
                </a:cubicBezTo>
                <a:cubicBezTo>
                  <a:pt x="120" y="38"/>
                  <a:pt x="118" y="43"/>
                  <a:pt x="115" y="4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91452" tIns="45727" rIns="91452" bIns="45727"/>
          <a:lstStyle/>
          <a:p>
            <a:endParaRPr lang="zh-CN" altLang="en-US" sz="2400"/>
          </a:p>
        </p:txBody>
      </p:sp>
      <p:grpSp>
        <p:nvGrpSpPr>
          <p:cNvPr id="28" name="Group 82"/>
          <p:cNvGrpSpPr/>
          <p:nvPr/>
        </p:nvGrpSpPr>
        <p:grpSpPr bwMode="auto">
          <a:xfrm>
            <a:off x="3029476" y="2736109"/>
            <a:ext cx="1017765" cy="1159233"/>
            <a:chOff x="0" y="0"/>
            <a:chExt cx="1017588" cy="1158875"/>
          </a:xfrm>
        </p:grpSpPr>
        <p:sp>
          <p:nvSpPr>
            <p:cNvPr id="29" name="Freeform 35"/>
            <p:cNvSpPr>
              <a:spLocks noEditPoints="1" noChangeArrowheads="1"/>
            </p:cNvSpPr>
            <p:nvPr/>
          </p:nvSpPr>
          <p:spPr bwMode="auto">
            <a:xfrm>
              <a:off x="0" y="0"/>
              <a:ext cx="1017588" cy="1158875"/>
            </a:xfrm>
            <a:custGeom>
              <a:avLst/>
              <a:gdLst>
                <a:gd name="T0" fmla="*/ 508794 w 112"/>
                <a:gd name="T1" fmla="*/ 0 h 128"/>
                <a:gd name="T2" fmla="*/ 0 w 112"/>
                <a:gd name="T3" fmla="*/ 235396 h 128"/>
                <a:gd name="T4" fmla="*/ 0 w 112"/>
                <a:gd name="T5" fmla="*/ 923479 h 128"/>
                <a:gd name="T6" fmla="*/ 508794 w 112"/>
                <a:gd name="T7" fmla="*/ 1158875 h 128"/>
                <a:gd name="T8" fmla="*/ 1017588 w 112"/>
                <a:gd name="T9" fmla="*/ 923479 h 128"/>
                <a:gd name="T10" fmla="*/ 1017588 w 112"/>
                <a:gd name="T11" fmla="*/ 235396 h 128"/>
                <a:gd name="T12" fmla="*/ 508794 w 112"/>
                <a:gd name="T13" fmla="*/ 0 h 128"/>
                <a:gd name="T14" fmla="*/ 944903 w 112"/>
                <a:gd name="T15" fmla="*/ 923479 h 128"/>
                <a:gd name="T16" fmla="*/ 508794 w 112"/>
                <a:gd name="T17" fmla="*/ 1086445 h 128"/>
                <a:gd name="T18" fmla="*/ 72685 w 112"/>
                <a:gd name="T19" fmla="*/ 923479 h 128"/>
                <a:gd name="T20" fmla="*/ 72685 w 112"/>
                <a:gd name="T21" fmla="*/ 787673 h 128"/>
                <a:gd name="T22" fmla="*/ 508794 w 112"/>
                <a:gd name="T23" fmla="*/ 905371 h 128"/>
                <a:gd name="T24" fmla="*/ 944903 w 112"/>
                <a:gd name="T25" fmla="*/ 787673 h 128"/>
                <a:gd name="T26" fmla="*/ 944903 w 112"/>
                <a:gd name="T27" fmla="*/ 923479 h 128"/>
                <a:gd name="T28" fmla="*/ 944903 w 112"/>
                <a:gd name="T29" fmla="*/ 706189 h 128"/>
                <a:gd name="T30" fmla="*/ 944903 w 112"/>
                <a:gd name="T31" fmla="*/ 706189 h 128"/>
                <a:gd name="T32" fmla="*/ 944903 w 112"/>
                <a:gd name="T33" fmla="*/ 706189 h 128"/>
                <a:gd name="T34" fmla="*/ 508794 w 112"/>
                <a:gd name="T35" fmla="*/ 869156 h 128"/>
                <a:gd name="T36" fmla="*/ 72685 w 112"/>
                <a:gd name="T37" fmla="*/ 706189 h 128"/>
                <a:gd name="T38" fmla="*/ 72685 w 112"/>
                <a:gd name="T39" fmla="*/ 706189 h 128"/>
                <a:gd name="T40" fmla="*/ 72685 w 112"/>
                <a:gd name="T41" fmla="*/ 706189 h 128"/>
                <a:gd name="T42" fmla="*/ 72685 w 112"/>
                <a:gd name="T43" fmla="*/ 570384 h 128"/>
                <a:gd name="T44" fmla="*/ 508794 w 112"/>
                <a:gd name="T45" fmla="*/ 688082 h 128"/>
                <a:gd name="T46" fmla="*/ 944903 w 112"/>
                <a:gd name="T47" fmla="*/ 570384 h 128"/>
                <a:gd name="T48" fmla="*/ 944903 w 112"/>
                <a:gd name="T49" fmla="*/ 706189 h 128"/>
                <a:gd name="T50" fmla="*/ 944903 w 112"/>
                <a:gd name="T51" fmla="*/ 488900 h 128"/>
                <a:gd name="T52" fmla="*/ 944903 w 112"/>
                <a:gd name="T53" fmla="*/ 488900 h 128"/>
                <a:gd name="T54" fmla="*/ 944903 w 112"/>
                <a:gd name="T55" fmla="*/ 488900 h 128"/>
                <a:gd name="T56" fmla="*/ 508794 w 112"/>
                <a:gd name="T57" fmla="*/ 651867 h 128"/>
                <a:gd name="T58" fmla="*/ 72685 w 112"/>
                <a:gd name="T59" fmla="*/ 488900 h 128"/>
                <a:gd name="T60" fmla="*/ 72685 w 112"/>
                <a:gd name="T61" fmla="*/ 488900 h 128"/>
                <a:gd name="T62" fmla="*/ 72685 w 112"/>
                <a:gd name="T63" fmla="*/ 488900 h 128"/>
                <a:gd name="T64" fmla="*/ 72685 w 112"/>
                <a:gd name="T65" fmla="*/ 362148 h 128"/>
                <a:gd name="T66" fmla="*/ 508794 w 112"/>
                <a:gd name="T67" fmla="*/ 470793 h 128"/>
                <a:gd name="T68" fmla="*/ 944903 w 112"/>
                <a:gd name="T69" fmla="*/ 362148 h 128"/>
                <a:gd name="T70" fmla="*/ 944903 w 112"/>
                <a:gd name="T71" fmla="*/ 488900 h 128"/>
                <a:gd name="T72" fmla="*/ 508794 w 112"/>
                <a:gd name="T73" fmla="*/ 398363 h 128"/>
                <a:gd name="T74" fmla="*/ 72685 w 112"/>
                <a:gd name="T75" fmla="*/ 235396 h 128"/>
                <a:gd name="T76" fmla="*/ 508794 w 112"/>
                <a:gd name="T77" fmla="*/ 72430 h 128"/>
                <a:gd name="T78" fmla="*/ 944903 w 112"/>
                <a:gd name="T79" fmla="*/ 235396 h 128"/>
                <a:gd name="T80" fmla="*/ 508794 w 112"/>
                <a:gd name="T81" fmla="*/ 398363 h 1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12"/>
                <a:gd name="T124" fmla="*/ 0 h 128"/>
                <a:gd name="T125" fmla="*/ 112 w 112"/>
                <a:gd name="T126" fmla="*/ 128 h 12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12" h="128">
                  <a:moveTo>
                    <a:pt x="56" y="0"/>
                  </a:moveTo>
                  <a:cubicBezTo>
                    <a:pt x="29" y="0"/>
                    <a:pt x="0" y="8"/>
                    <a:pt x="0" y="26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0" y="120"/>
                    <a:pt x="29" y="128"/>
                    <a:pt x="56" y="128"/>
                  </a:cubicBezTo>
                  <a:cubicBezTo>
                    <a:pt x="83" y="128"/>
                    <a:pt x="112" y="120"/>
                    <a:pt x="112" y="102"/>
                  </a:cubicBezTo>
                  <a:cubicBezTo>
                    <a:pt x="112" y="26"/>
                    <a:pt x="112" y="26"/>
                    <a:pt x="112" y="26"/>
                  </a:cubicBezTo>
                  <a:cubicBezTo>
                    <a:pt x="112" y="8"/>
                    <a:pt x="83" y="0"/>
                    <a:pt x="56" y="0"/>
                  </a:cubicBezTo>
                  <a:close/>
                  <a:moveTo>
                    <a:pt x="104" y="102"/>
                  </a:moveTo>
                  <a:cubicBezTo>
                    <a:pt x="104" y="112"/>
                    <a:pt x="83" y="120"/>
                    <a:pt x="56" y="120"/>
                  </a:cubicBezTo>
                  <a:cubicBezTo>
                    <a:pt x="29" y="120"/>
                    <a:pt x="8" y="112"/>
                    <a:pt x="8" y="102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16" y="96"/>
                    <a:pt x="36" y="100"/>
                    <a:pt x="56" y="100"/>
                  </a:cubicBezTo>
                  <a:cubicBezTo>
                    <a:pt x="76" y="100"/>
                    <a:pt x="96" y="96"/>
                    <a:pt x="104" y="87"/>
                  </a:cubicBezTo>
                  <a:lnTo>
                    <a:pt x="104" y="102"/>
                  </a:lnTo>
                  <a:close/>
                  <a:moveTo>
                    <a:pt x="104" y="78"/>
                  </a:moveTo>
                  <a:cubicBezTo>
                    <a:pt x="104" y="78"/>
                    <a:pt x="104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4" y="88"/>
                    <a:pt x="83" y="96"/>
                    <a:pt x="56" y="96"/>
                  </a:cubicBezTo>
                  <a:cubicBezTo>
                    <a:pt x="29" y="96"/>
                    <a:pt x="8" y="8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16" y="72"/>
                    <a:pt x="36" y="76"/>
                    <a:pt x="56" y="76"/>
                  </a:cubicBezTo>
                  <a:cubicBezTo>
                    <a:pt x="76" y="76"/>
                    <a:pt x="96" y="72"/>
                    <a:pt x="104" y="63"/>
                  </a:cubicBezTo>
                  <a:lnTo>
                    <a:pt x="104" y="78"/>
                  </a:lnTo>
                  <a:close/>
                  <a:moveTo>
                    <a:pt x="104" y="54"/>
                  </a:moveTo>
                  <a:cubicBezTo>
                    <a:pt x="104" y="54"/>
                    <a:pt x="104" y="54"/>
                    <a:pt x="104" y="54"/>
                  </a:cubicBezTo>
                  <a:cubicBezTo>
                    <a:pt x="104" y="54"/>
                    <a:pt x="104" y="54"/>
                    <a:pt x="104" y="54"/>
                  </a:cubicBezTo>
                  <a:cubicBezTo>
                    <a:pt x="104" y="64"/>
                    <a:pt x="83" y="72"/>
                    <a:pt x="56" y="72"/>
                  </a:cubicBezTo>
                  <a:cubicBezTo>
                    <a:pt x="29" y="72"/>
                    <a:pt x="8" y="6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18" y="48"/>
                    <a:pt x="38" y="52"/>
                    <a:pt x="56" y="52"/>
                  </a:cubicBezTo>
                  <a:cubicBezTo>
                    <a:pt x="74" y="52"/>
                    <a:pt x="94" y="48"/>
                    <a:pt x="104" y="40"/>
                  </a:cubicBezTo>
                  <a:lnTo>
                    <a:pt x="104" y="54"/>
                  </a:lnTo>
                  <a:close/>
                  <a:moveTo>
                    <a:pt x="56" y="44"/>
                  </a:moveTo>
                  <a:cubicBezTo>
                    <a:pt x="29" y="44"/>
                    <a:pt x="8" y="36"/>
                    <a:pt x="8" y="26"/>
                  </a:cubicBezTo>
                  <a:cubicBezTo>
                    <a:pt x="8" y="16"/>
                    <a:pt x="29" y="8"/>
                    <a:pt x="56" y="8"/>
                  </a:cubicBezTo>
                  <a:cubicBezTo>
                    <a:pt x="83" y="8"/>
                    <a:pt x="104" y="16"/>
                    <a:pt x="104" y="26"/>
                  </a:cubicBezTo>
                  <a:cubicBezTo>
                    <a:pt x="104" y="36"/>
                    <a:pt x="83" y="44"/>
                    <a:pt x="56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30" name="Oval 36"/>
            <p:cNvSpPr>
              <a:spLocks noChangeArrowheads="1"/>
            </p:cNvSpPr>
            <p:nvPr/>
          </p:nvSpPr>
          <p:spPr bwMode="auto">
            <a:xfrm>
              <a:off x="800100" y="904875"/>
              <a:ext cx="71438" cy="7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1" name="Oval 37"/>
            <p:cNvSpPr>
              <a:spLocks noChangeArrowheads="1"/>
            </p:cNvSpPr>
            <p:nvPr/>
          </p:nvSpPr>
          <p:spPr bwMode="auto">
            <a:xfrm>
              <a:off x="800100" y="687388"/>
              <a:ext cx="71438" cy="7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  <p:sp>
          <p:nvSpPr>
            <p:cNvPr id="32" name="Oval 38"/>
            <p:cNvSpPr>
              <a:spLocks noChangeArrowheads="1"/>
            </p:cNvSpPr>
            <p:nvPr/>
          </p:nvSpPr>
          <p:spPr bwMode="auto">
            <a:xfrm>
              <a:off x="800100" y="471488"/>
              <a:ext cx="71438" cy="714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sz="2400">
                <a:solidFill>
                  <a:srgbClr val="000000"/>
                </a:solidFill>
                <a:latin typeface="Calibri" panose="020F0502020204030204" pitchFamily="34" charset="0"/>
                <a:sym typeface="Calibri" panose="020F0502020204030204" pitchFamily="34" charset="0"/>
              </a:endParaRPr>
            </a:p>
          </p:txBody>
        </p:sp>
      </p:grpSp>
      <p:sp>
        <p:nvSpPr>
          <p:cNvPr id="33" name="矩形 143"/>
          <p:cNvSpPr>
            <a:spLocks noChangeArrowheads="1"/>
          </p:cNvSpPr>
          <p:nvPr/>
        </p:nvSpPr>
        <p:spPr bwMode="auto">
          <a:xfrm>
            <a:off x="2865737" y="4887834"/>
            <a:ext cx="1345246" cy="441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添加标题</a:t>
            </a:r>
            <a:endParaRPr lang="en-US" altLang="zh-CN" sz="22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4" name="矩形 47"/>
          <p:cNvSpPr>
            <a:spLocks noChangeArrowheads="1"/>
          </p:cNvSpPr>
          <p:nvPr/>
        </p:nvSpPr>
        <p:spPr bwMode="auto">
          <a:xfrm>
            <a:off x="2475343" y="5275303"/>
            <a:ext cx="2124444" cy="83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13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在此录入本图表的综合描述说明，在此录入本图表的综合描述说明。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145"/>
          <p:cNvSpPr>
            <a:spLocks noChangeArrowheads="1"/>
          </p:cNvSpPr>
          <p:nvPr/>
        </p:nvSpPr>
        <p:spPr bwMode="auto">
          <a:xfrm>
            <a:off x="5424438" y="4887834"/>
            <a:ext cx="1345246" cy="441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添加标题</a:t>
            </a:r>
            <a:endParaRPr lang="en-US" altLang="zh-CN" sz="22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6" name="矩形 47"/>
          <p:cNvSpPr>
            <a:spLocks noChangeArrowheads="1"/>
          </p:cNvSpPr>
          <p:nvPr/>
        </p:nvSpPr>
        <p:spPr bwMode="auto">
          <a:xfrm>
            <a:off x="5034838" y="5275303"/>
            <a:ext cx="2124444" cy="83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在此录入本图表的综合描述说明，在此录入本图表的综合描述说明。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147"/>
          <p:cNvSpPr>
            <a:spLocks noChangeArrowheads="1"/>
          </p:cNvSpPr>
          <p:nvPr/>
        </p:nvSpPr>
        <p:spPr bwMode="auto">
          <a:xfrm>
            <a:off x="7983138" y="4887834"/>
            <a:ext cx="1345246" cy="441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添加标题</a:t>
            </a:r>
            <a:endParaRPr lang="en-US" altLang="zh-CN" sz="22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8" name="矩形 47"/>
          <p:cNvSpPr>
            <a:spLocks noChangeArrowheads="1"/>
          </p:cNvSpPr>
          <p:nvPr/>
        </p:nvSpPr>
        <p:spPr bwMode="auto">
          <a:xfrm>
            <a:off x="7594333" y="5275303"/>
            <a:ext cx="2124444" cy="83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91443" tIns="45723" rIns="91443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</a:pPr>
            <a:r>
              <a:rPr lang="zh-CN" altLang="en-US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在此录入本图表的综合描述说明，在此录入本图表的综合描述说明。</a:t>
            </a: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27" grpId="0" animBg="1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25025" y="5150333"/>
            <a:ext cx="2562224" cy="1707667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4541098" y="1297353"/>
            <a:ext cx="3119967" cy="219921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73835">
              <a:defRPr/>
            </a:pPr>
            <a:endParaRPr lang="zh-CN" altLang="en-US" sz="2135"/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2862581" y="3879216"/>
            <a:ext cx="6477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在此输入过渡页标题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2895389" y="4838067"/>
            <a:ext cx="6411384" cy="379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65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点击录入此部分的内容及说明，简单扼要。</a:t>
            </a:r>
            <a:endParaRPr lang="zh-CN" altLang="en-US" sz="1865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5206446" y="1470919"/>
            <a:ext cx="1789272" cy="189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11735" dirty="0" smtClean="0">
                <a:solidFill>
                  <a:schemeClr val="bg1"/>
                </a:solidFill>
                <a:latin typeface="Impact" panose="020B0806030902050204" pitchFamily="34" charset="0"/>
              </a:rPr>
              <a:t>03</a:t>
            </a:r>
            <a:endParaRPr lang="zh-CN" altLang="en-US" sz="11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9"/>
          <a:stretch>
            <a:fillRect/>
          </a:stretch>
        </p:blipFill>
        <p:spPr>
          <a:xfrm>
            <a:off x="0" y="5783226"/>
            <a:ext cx="12192000" cy="10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4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6"/>
          <p:cNvGraphicFramePr/>
          <p:nvPr/>
        </p:nvGraphicFramePr>
        <p:xfrm>
          <a:off x="609504" y="1982127"/>
          <a:ext cx="6097059" cy="4268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7" name="Group 7"/>
          <p:cNvGrpSpPr/>
          <p:nvPr/>
        </p:nvGrpSpPr>
        <p:grpSpPr>
          <a:xfrm>
            <a:off x="3251563" y="2998441"/>
            <a:ext cx="3353383" cy="1321208"/>
            <a:chOff x="1676400" y="1962150"/>
            <a:chExt cx="2514600" cy="990600"/>
          </a:xfrm>
        </p:grpSpPr>
        <p:cxnSp>
          <p:nvCxnSpPr>
            <p:cNvPr id="8" name="Straight Connector 8"/>
            <p:cNvCxnSpPr/>
            <p:nvPr/>
          </p:nvCxnSpPr>
          <p:spPr>
            <a:xfrm rot="5400000" flipH="1" flipV="1">
              <a:off x="1676400" y="1962150"/>
              <a:ext cx="990600" cy="9906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9"/>
            <p:cNvCxnSpPr/>
            <p:nvPr/>
          </p:nvCxnSpPr>
          <p:spPr>
            <a:xfrm>
              <a:off x="2667000" y="1962150"/>
              <a:ext cx="1524000" cy="0"/>
            </a:xfrm>
            <a:prstGeom prst="line">
              <a:avLst/>
            </a:prstGeom>
            <a:ln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10"/>
          <p:cNvGrpSpPr/>
          <p:nvPr/>
        </p:nvGrpSpPr>
        <p:grpSpPr>
          <a:xfrm>
            <a:off x="4877446" y="4522911"/>
            <a:ext cx="1727500" cy="914683"/>
            <a:chOff x="2895600" y="2647950"/>
            <a:chExt cx="1295400" cy="685800"/>
          </a:xfrm>
        </p:grpSpPr>
        <p:cxnSp>
          <p:nvCxnSpPr>
            <p:cNvPr id="11" name="Straight Connector 11"/>
            <p:cNvCxnSpPr/>
            <p:nvPr/>
          </p:nvCxnSpPr>
          <p:spPr>
            <a:xfrm rot="16200000" flipH="1">
              <a:off x="2857500" y="2686050"/>
              <a:ext cx="685800" cy="6096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2"/>
            <p:cNvCxnSpPr/>
            <p:nvPr/>
          </p:nvCxnSpPr>
          <p:spPr>
            <a:xfrm>
              <a:off x="3505200" y="3333750"/>
              <a:ext cx="685800" cy="0"/>
            </a:xfrm>
            <a:prstGeom prst="line">
              <a:avLst/>
            </a:prstGeom>
            <a:ln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3"/>
          <p:cNvCxnSpPr/>
          <p:nvPr/>
        </p:nvCxnSpPr>
        <p:spPr>
          <a:xfrm>
            <a:off x="4572593" y="3404967"/>
            <a:ext cx="2032353" cy="0"/>
          </a:xfrm>
          <a:prstGeom prst="line">
            <a:avLst/>
          </a:prstGeom>
          <a:ln>
            <a:solidFill>
              <a:schemeClr val="bg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4"/>
          <p:cNvGrpSpPr/>
          <p:nvPr/>
        </p:nvGrpSpPr>
        <p:grpSpPr>
          <a:xfrm>
            <a:off x="3454797" y="2083759"/>
            <a:ext cx="3150147" cy="914683"/>
            <a:chOff x="2819400" y="1428750"/>
            <a:chExt cx="2362200" cy="685800"/>
          </a:xfrm>
        </p:grpSpPr>
        <p:cxnSp>
          <p:nvCxnSpPr>
            <p:cNvPr id="15" name="Straight Connector 15"/>
            <p:cNvCxnSpPr/>
            <p:nvPr/>
          </p:nvCxnSpPr>
          <p:spPr>
            <a:xfrm flipV="1">
              <a:off x="2819400" y="1428750"/>
              <a:ext cx="762000" cy="6858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6"/>
            <p:cNvCxnSpPr/>
            <p:nvPr/>
          </p:nvCxnSpPr>
          <p:spPr>
            <a:xfrm>
              <a:off x="3581400" y="1428750"/>
              <a:ext cx="1600200" cy="0"/>
            </a:xfrm>
            <a:prstGeom prst="line">
              <a:avLst/>
            </a:prstGeom>
            <a:ln>
              <a:solidFill>
                <a:schemeClr val="bg1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/>
          <p:cNvSpPr txBox="1"/>
          <p:nvPr/>
        </p:nvSpPr>
        <p:spPr>
          <a:xfrm>
            <a:off x="7037384" y="1677235"/>
            <a:ext cx="3937121" cy="813051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标题一文字</a:t>
            </a:r>
            <a:br>
              <a:rPr lang="en-US" sz="1600" b="1" dirty="0">
                <a:solidFill>
                  <a:srgbClr val="FFFFFF"/>
                </a:solidFill>
              </a:rPr>
            </a:b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Content Placeholder 2"/>
          <p:cNvSpPr txBox="1"/>
          <p:nvPr/>
        </p:nvSpPr>
        <p:spPr>
          <a:xfrm>
            <a:off x="7011417" y="2490284"/>
            <a:ext cx="3937121" cy="813051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标题二文字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" name="Content Placeholder 2"/>
          <p:cNvSpPr txBox="1"/>
          <p:nvPr/>
        </p:nvSpPr>
        <p:spPr>
          <a:xfrm>
            <a:off x="7011417" y="3404965"/>
            <a:ext cx="3937121" cy="813051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标题三文字</a:t>
            </a:r>
            <a:endParaRPr lang="en-US" altLang="zh-CN" sz="1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Content Placeholder 2"/>
          <p:cNvSpPr txBox="1"/>
          <p:nvPr/>
        </p:nvSpPr>
        <p:spPr>
          <a:xfrm>
            <a:off x="7011417" y="4855186"/>
            <a:ext cx="3937121" cy="1192196"/>
          </a:xfrm>
          <a:prstGeom prst="rect">
            <a:avLst/>
          </a:prstGeom>
        </p:spPr>
        <p:txBody>
          <a:bodyPr vert="horz" lIns="121920" tIns="60960" rIns="121920" bIns="6096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标题四文字</a:t>
            </a:r>
            <a:br>
              <a:rPr lang="en-US" sz="1600" b="1" dirty="0">
                <a:solidFill>
                  <a:srgbClr val="FFFFFF"/>
                </a:solidFill>
              </a:rPr>
            </a:b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</a:t>
            </a:r>
            <a:r>
              <a:rPr lang="zh-CN" alt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字以内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  <p:bldP spid="17" grpId="0"/>
      <p:bldP spid="18" grpId="0"/>
      <p:bldP spid="19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 bwMode="auto">
          <a:xfrm>
            <a:off x="1956141" y="3800062"/>
            <a:ext cx="1270220" cy="1271980"/>
            <a:chOff x="0" y="0"/>
            <a:chExt cx="1080120" cy="1080120"/>
          </a:xfrm>
        </p:grpSpPr>
        <p:grpSp>
          <p:nvGrpSpPr>
            <p:cNvPr id="7" name="Group 6"/>
            <p:cNvGrpSpPr/>
            <p:nvPr/>
          </p:nvGrpSpPr>
          <p:grpSpPr bwMode="auto">
            <a:xfrm>
              <a:off x="0" y="0"/>
              <a:ext cx="1080120" cy="1080120"/>
              <a:chOff x="0" y="0"/>
              <a:chExt cx="1080120" cy="1080120"/>
            </a:xfrm>
          </p:grpSpPr>
          <p:sp>
            <p:nvSpPr>
              <p:cNvPr id="9" name="椭圆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0120" cy="1080120"/>
              </a:xfrm>
              <a:prstGeom prst="ellipse">
                <a:avLst/>
              </a:prstGeom>
              <a:solidFill>
                <a:srgbClr val="BFBFBF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0" name="椭圆 9"/>
              <p:cNvSpPr>
                <a:spLocks noChangeArrowheads="1"/>
              </p:cNvSpPr>
              <p:nvPr/>
            </p:nvSpPr>
            <p:spPr bwMode="auto">
              <a:xfrm>
                <a:off x="72008" y="72008"/>
                <a:ext cx="936104" cy="936104"/>
              </a:xfrm>
              <a:prstGeom prst="ellipse">
                <a:avLst/>
              </a:prstGeom>
              <a:solidFill>
                <a:srgbClr val="FFFFFF">
                  <a:alpha val="29803"/>
                </a:srgbClr>
              </a:solidFill>
              <a:ln w="19050">
                <a:solidFill>
                  <a:schemeClr val="bg1"/>
                </a:solidFill>
                <a:round/>
              </a:ln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</p:grpSp>
        <p:sp>
          <p:nvSpPr>
            <p:cNvPr id="8" name="文本框 10"/>
            <p:cNvSpPr>
              <a:spLocks noChangeArrowheads="1"/>
            </p:cNvSpPr>
            <p:nvPr/>
          </p:nvSpPr>
          <p:spPr bwMode="auto">
            <a:xfrm>
              <a:off x="154073" y="365759"/>
              <a:ext cx="766334" cy="297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8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关键词</a:t>
              </a:r>
              <a:endParaRPr lang="zh-CN" altLang="en-US" sz="1865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10"/>
          <p:cNvGrpSpPr/>
          <p:nvPr/>
        </p:nvGrpSpPr>
        <p:grpSpPr bwMode="auto">
          <a:xfrm>
            <a:off x="3267643" y="2108852"/>
            <a:ext cx="1741791" cy="1742025"/>
            <a:chOff x="0" y="0"/>
            <a:chExt cx="1080120" cy="1080120"/>
          </a:xfrm>
        </p:grpSpPr>
        <p:grpSp>
          <p:nvGrpSpPr>
            <p:cNvPr id="12" name="Group 11"/>
            <p:cNvGrpSpPr/>
            <p:nvPr/>
          </p:nvGrpSpPr>
          <p:grpSpPr bwMode="auto">
            <a:xfrm>
              <a:off x="0" y="0"/>
              <a:ext cx="1080120" cy="1080120"/>
              <a:chOff x="0" y="0"/>
              <a:chExt cx="1080120" cy="1080120"/>
            </a:xfrm>
          </p:grpSpPr>
          <p:sp>
            <p:nvSpPr>
              <p:cNvPr id="14" name="椭圆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0120" cy="1080120"/>
              </a:xfrm>
              <a:prstGeom prst="ellipse">
                <a:avLst/>
              </a:prstGeom>
              <a:solidFill>
                <a:srgbClr val="BFBFBF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15" name="椭圆 28"/>
              <p:cNvSpPr>
                <a:spLocks noChangeArrowheads="1"/>
              </p:cNvSpPr>
              <p:nvPr/>
            </p:nvSpPr>
            <p:spPr bwMode="auto">
              <a:xfrm>
                <a:off x="72008" y="72008"/>
                <a:ext cx="936104" cy="936104"/>
              </a:xfrm>
              <a:prstGeom prst="ellipse">
                <a:avLst/>
              </a:prstGeom>
              <a:solidFill>
                <a:srgbClr val="F2F2F2">
                  <a:alpha val="29803"/>
                </a:srgbClr>
              </a:solidFill>
              <a:ln w="19050">
                <a:solidFill>
                  <a:schemeClr val="bg1"/>
                </a:solidFill>
                <a:round/>
              </a:ln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</p:grpSp>
        <p:sp>
          <p:nvSpPr>
            <p:cNvPr id="13" name="文本框 26"/>
            <p:cNvSpPr>
              <a:spLocks noChangeArrowheads="1"/>
            </p:cNvSpPr>
            <p:nvPr/>
          </p:nvSpPr>
          <p:spPr bwMode="auto">
            <a:xfrm>
              <a:off x="227830" y="400115"/>
              <a:ext cx="624466" cy="2404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135">
                  <a:solidFill>
                    <a:srgbClr val="F2F2F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关键词</a:t>
              </a:r>
              <a:endParaRPr lang="zh-CN" altLang="en-US" sz="186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Group 15"/>
          <p:cNvGrpSpPr/>
          <p:nvPr/>
        </p:nvGrpSpPr>
        <p:grpSpPr bwMode="auto">
          <a:xfrm>
            <a:off x="5573093" y="3800062"/>
            <a:ext cx="1560784" cy="1560993"/>
            <a:chOff x="0" y="0"/>
            <a:chExt cx="1080120" cy="1080120"/>
          </a:xfrm>
        </p:grpSpPr>
        <p:grpSp>
          <p:nvGrpSpPr>
            <p:cNvPr id="17" name="Group 16"/>
            <p:cNvGrpSpPr/>
            <p:nvPr/>
          </p:nvGrpSpPr>
          <p:grpSpPr bwMode="auto">
            <a:xfrm>
              <a:off x="0" y="0"/>
              <a:ext cx="1080120" cy="1080120"/>
              <a:chOff x="0" y="0"/>
              <a:chExt cx="1080120" cy="1080120"/>
            </a:xfrm>
          </p:grpSpPr>
          <p:sp>
            <p:nvSpPr>
              <p:cNvPr id="19" name="椭圆 3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0120" cy="1080120"/>
              </a:xfrm>
              <a:prstGeom prst="ellipse">
                <a:avLst/>
              </a:prstGeom>
              <a:solidFill>
                <a:srgbClr val="BFBFBF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20" name="椭圆 33"/>
              <p:cNvSpPr>
                <a:spLocks noChangeArrowheads="1"/>
              </p:cNvSpPr>
              <p:nvPr/>
            </p:nvSpPr>
            <p:spPr bwMode="auto">
              <a:xfrm>
                <a:off x="72008" y="72008"/>
                <a:ext cx="936104" cy="936104"/>
              </a:xfrm>
              <a:prstGeom prst="ellipse">
                <a:avLst/>
              </a:prstGeom>
              <a:solidFill>
                <a:srgbClr val="F2F2F2">
                  <a:alpha val="29803"/>
                </a:srgbClr>
              </a:solidFill>
              <a:ln w="19050">
                <a:solidFill>
                  <a:schemeClr val="bg1"/>
                </a:solidFill>
                <a:round/>
              </a:ln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</p:grpSp>
        <p:sp>
          <p:nvSpPr>
            <p:cNvPr id="18" name="文本框 31"/>
            <p:cNvSpPr>
              <a:spLocks noChangeArrowheads="1"/>
            </p:cNvSpPr>
            <p:nvPr/>
          </p:nvSpPr>
          <p:spPr bwMode="auto">
            <a:xfrm>
              <a:off x="191618" y="398075"/>
              <a:ext cx="696886" cy="268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13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关键词</a:t>
              </a:r>
              <a:endParaRPr lang="zh-CN" altLang="en-US" sz="186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Group 20"/>
          <p:cNvGrpSpPr/>
          <p:nvPr/>
        </p:nvGrpSpPr>
        <p:grpSpPr bwMode="auto">
          <a:xfrm>
            <a:off x="7400624" y="1346617"/>
            <a:ext cx="2287984" cy="2286705"/>
            <a:chOff x="0" y="0"/>
            <a:chExt cx="1080120" cy="1080120"/>
          </a:xfrm>
        </p:grpSpPr>
        <p:grpSp>
          <p:nvGrpSpPr>
            <p:cNvPr id="26" name="Group 21"/>
            <p:cNvGrpSpPr/>
            <p:nvPr/>
          </p:nvGrpSpPr>
          <p:grpSpPr bwMode="auto">
            <a:xfrm>
              <a:off x="0" y="0"/>
              <a:ext cx="1080120" cy="1080120"/>
              <a:chOff x="0" y="0"/>
              <a:chExt cx="1080120" cy="1080120"/>
            </a:xfrm>
          </p:grpSpPr>
          <p:sp>
            <p:nvSpPr>
              <p:cNvPr id="28" name="椭圆 3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080120" cy="1080120"/>
              </a:xfrm>
              <a:prstGeom prst="ellipse">
                <a:avLst/>
              </a:prstGeom>
              <a:solidFill>
                <a:srgbClr val="BFBFBF">
                  <a:alpha val="29803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bevel/>
                  </a14:hiddenLine>
                </a:ext>
              </a:extLst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  <p:sp>
            <p:nvSpPr>
              <p:cNvPr id="29" name="椭圆 39"/>
              <p:cNvSpPr>
                <a:spLocks noChangeArrowheads="1"/>
              </p:cNvSpPr>
              <p:nvPr/>
            </p:nvSpPr>
            <p:spPr bwMode="auto">
              <a:xfrm>
                <a:off x="72008" y="72008"/>
                <a:ext cx="936104" cy="936104"/>
              </a:xfrm>
              <a:prstGeom prst="ellipse">
                <a:avLst/>
              </a:prstGeom>
              <a:solidFill>
                <a:srgbClr val="F2F2F2">
                  <a:alpha val="29803"/>
                </a:srgbClr>
              </a:solidFill>
              <a:ln w="19050">
                <a:solidFill>
                  <a:schemeClr val="bg1"/>
                </a:solidFill>
                <a:round/>
              </a:ln>
            </p:spPr>
            <p:txBody>
              <a:bodyPr anchor="ctr"/>
              <a:lstStyle>
                <a:lvl1pPr eaLnBrk="0" hangingPunct="0">
                  <a:lnSpc>
                    <a:spcPct val="90000"/>
                  </a:lnSpc>
                  <a:spcBef>
                    <a:spcPts val="1000"/>
                  </a:spcBef>
                  <a:buChar char="•"/>
                  <a:defRPr sz="28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1pPr>
                <a:lvl2pPr marL="742950" indent="-28575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4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2pPr>
                <a:lvl3pPr marL="11430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 sz="2000"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3pPr>
                <a:lvl4pPr marL="16002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4pPr>
                <a:lvl5pPr marL="2057400" indent="-228600" eaLnBrk="0" hangingPunct="0">
                  <a:lnSpc>
                    <a:spcPct val="90000"/>
                  </a:lnSpc>
                  <a:spcBef>
                    <a:spcPts val="500"/>
                  </a:spcBef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>
                    <a:solidFill>
                      <a:schemeClr val="tx1"/>
                    </a:solidFill>
                    <a:latin typeface="方正兰亭黑_GBK" pitchFamily="2" charset="-122"/>
                    <a:ea typeface="方正兰亭黑_GBK" pitchFamily="2" charset="-122"/>
                    <a:sym typeface="Calibri" panose="020F050202020403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endParaRPr lang="zh-CN" altLang="zh-CN" sz="2135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endParaRPr>
              </a:p>
            </p:txBody>
          </p:sp>
        </p:grpSp>
        <p:sp>
          <p:nvSpPr>
            <p:cNvPr id="27" name="文本框 37"/>
            <p:cNvSpPr>
              <a:spLocks noChangeArrowheads="1"/>
            </p:cNvSpPr>
            <p:nvPr/>
          </p:nvSpPr>
          <p:spPr bwMode="auto">
            <a:xfrm>
              <a:off x="254689" y="414093"/>
              <a:ext cx="570742" cy="2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bevel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lnSpc>
                  <a:spcPct val="90000"/>
                </a:lnSpc>
                <a:spcBef>
                  <a:spcPts val="1000"/>
                </a:spcBef>
                <a:buChar char="•"/>
                <a:defRPr sz="28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1pPr>
              <a:lvl2pPr marL="742950" indent="-28575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4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2pPr>
              <a:lvl3pPr marL="11430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 sz="2000"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3pPr>
              <a:lvl4pPr marL="16002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4pPr>
              <a:lvl5pPr marL="2057400" indent="-228600" eaLnBrk="0" hangingPunct="0">
                <a:lnSpc>
                  <a:spcPct val="90000"/>
                </a:lnSpc>
                <a:spcBef>
                  <a:spcPts val="500"/>
                </a:spcBef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方正兰亭黑_GBK" pitchFamily="2" charset="-122"/>
                  <a:ea typeface="方正兰亭黑_GBK" pitchFamily="2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2665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方正兰亭黑_GBK" pitchFamily="2" charset="-122"/>
                </a:rPr>
                <a:t>关键词</a:t>
              </a:r>
              <a:endParaRPr lang="zh-CN" altLang="en-US" sz="1865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0" name="直接连接符 13"/>
          <p:cNvCxnSpPr>
            <a:cxnSpLocks noChangeShapeType="1"/>
            <a:stCxn id="9" idx="7"/>
            <a:endCxn id="14" idx="3"/>
          </p:cNvCxnSpPr>
          <p:nvPr/>
        </p:nvCxnSpPr>
        <p:spPr bwMode="auto">
          <a:xfrm flipV="1">
            <a:off x="3040591" y="3595211"/>
            <a:ext cx="481096" cy="390645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直接连接符 17"/>
          <p:cNvSpPr>
            <a:spLocks noChangeShapeType="1"/>
          </p:cNvSpPr>
          <p:nvPr/>
        </p:nvSpPr>
        <p:spPr bwMode="auto">
          <a:xfrm>
            <a:off x="4893524" y="3374481"/>
            <a:ext cx="908208" cy="654252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1452" tIns="45727" rIns="91452" bIns="45727"/>
          <a:lstStyle/>
          <a:p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2" name="直接连接符 20"/>
          <p:cNvCxnSpPr>
            <a:cxnSpLocks noChangeShapeType="1"/>
            <a:stCxn id="19" idx="7"/>
            <a:endCxn id="28" idx="3"/>
          </p:cNvCxnSpPr>
          <p:nvPr/>
        </p:nvCxnSpPr>
        <p:spPr bwMode="auto">
          <a:xfrm flipV="1">
            <a:off x="6903648" y="3298257"/>
            <a:ext cx="831995" cy="732063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连接符 23"/>
          <p:cNvCxnSpPr>
            <a:cxnSpLocks noChangeShapeType="1"/>
            <a:stCxn id="42" idx="5"/>
            <a:endCxn id="9" idx="1"/>
          </p:cNvCxnSpPr>
          <p:nvPr/>
        </p:nvCxnSpPr>
        <p:spPr bwMode="auto">
          <a:xfrm>
            <a:off x="1743379" y="3701606"/>
            <a:ext cx="398532" cy="284249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直接连接符 43"/>
          <p:cNvCxnSpPr>
            <a:cxnSpLocks noChangeShapeType="1"/>
            <a:stCxn id="43" idx="7"/>
            <a:endCxn id="19" idx="3"/>
          </p:cNvCxnSpPr>
          <p:nvPr/>
        </p:nvCxnSpPr>
        <p:spPr bwMode="auto">
          <a:xfrm flipV="1">
            <a:off x="5400027" y="5132386"/>
            <a:ext cx="401707" cy="371589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直接连接符 72"/>
          <p:cNvCxnSpPr>
            <a:cxnSpLocks noChangeShapeType="1"/>
            <a:stCxn id="28" idx="6"/>
            <a:endCxn id="44" idx="1"/>
          </p:cNvCxnSpPr>
          <p:nvPr/>
        </p:nvCxnSpPr>
        <p:spPr bwMode="auto">
          <a:xfrm>
            <a:off x="9688608" y="2489970"/>
            <a:ext cx="557309" cy="374765"/>
          </a:xfrm>
          <a:prstGeom prst="line">
            <a:avLst/>
          </a:prstGeom>
          <a:noFill/>
          <a:ln w="28575">
            <a:solidFill>
              <a:srgbClr val="D8D8D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矩形 76"/>
          <p:cNvSpPr>
            <a:spLocks noChangeArrowheads="1"/>
          </p:cNvSpPr>
          <p:nvPr/>
        </p:nvSpPr>
        <p:spPr bwMode="auto">
          <a:xfrm>
            <a:off x="1629059" y="5083158"/>
            <a:ext cx="1821179" cy="3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75"/>
              </a:lnSpc>
              <a:spcBef>
                <a:spcPct val="0"/>
              </a:spcBef>
              <a:buNone/>
            </a:pPr>
            <a:r>
              <a:rPr lang="zh-CN" altLang="en-US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点击添加描述总结</a:t>
            </a:r>
            <a:r>
              <a:rPr lang="en-US" altLang="zh-CN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 </a:t>
            </a:r>
            <a:endParaRPr lang="zh-CN" altLang="en-US" sz="133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7" name="矩形 80"/>
          <p:cNvSpPr>
            <a:spLocks noChangeArrowheads="1"/>
          </p:cNvSpPr>
          <p:nvPr/>
        </p:nvSpPr>
        <p:spPr bwMode="auto">
          <a:xfrm>
            <a:off x="3210483" y="3885813"/>
            <a:ext cx="1821179" cy="3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75"/>
              </a:lnSpc>
              <a:spcBef>
                <a:spcPct val="0"/>
              </a:spcBef>
              <a:buNone/>
            </a:pPr>
            <a:r>
              <a:rPr lang="zh-CN" altLang="en-US" sz="13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点击添加描述总结</a:t>
            </a:r>
            <a:r>
              <a:rPr lang="en-US" altLang="zh-CN" sz="13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 </a:t>
            </a:r>
            <a:endParaRPr lang="zh-CN" altLang="en-US" sz="13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8" name="矩形 81"/>
          <p:cNvSpPr>
            <a:spLocks noChangeArrowheads="1"/>
          </p:cNvSpPr>
          <p:nvPr/>
        </p:nvSpPr>
        <p:spPr bwMode="auto">
          <a:xfrm>
            <a:off x="5466712" y="5408695"/>
            <a:ext cx="1821179" cy="3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75"/>
              </a:lnSpc>
              <a:spcBef>
                <a:spcPct val="0"/>
              </a:spcBef>
              <a:buNone/>
            </a:pPr>
            <a:r>
              <a:rPr lang="zh-CN" altLang="en-US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点击添加描述总结</a:t>
            </a:r>
            <a:r>
              <a:rPr lang="en-US" altLang="zh-CN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 </a:t>
            </a:r>
            <a:endParaRPr lang="zh-CN" altLang="en-US" sz="133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39" name="矩形 82"/>
          <p:cNvSpPr>
            <a:spLocks noChangeArrowheads="1"/>
          </p:cNvSpPr>
          <p:nvPr/>
        </p:nvSpPr>
        <p:spPr bwMode="auto">
          <a:xfrm>
            <a:off x="7661019" y="3663495"/>
            <a:ext cx="1822767" cy="352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1875"/>
              </a:lnSpc>
              <a:spcBef>
                <a:spcPct val="0"/>
              </a:spcBef>
              <a:buNone/>
            </a:pPr>
            <a:r>
              <a:rPr lang="zh-CN" altLang="en-US" sz="133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点击添加描述总结</a:t>
            </a:r>
            <a:endParaRPr lang="zh-CN" altLang="en-US" sz="186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矩形 85"/>
          <p:cNvSpPr>
            <a:spLocks noChangeArrowheads="1"/>
          </p:cNvSpPr>
          <p:nvPr/>
        </p:nvSpPr>
        <p:spPr bwMode="auto">
          <a:xfrm>
            <a:off x="7919825" y="4443198"/>
            <a:ext cx="3099339" cy="430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15224" tIns="57611" rIns="115224" bIns="57611">
            <a:spAutoFit/>
          </a:bodyPr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26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添加主要观点</a:t>
            </a:r>
            <a:endParaRPr lang="zh-CN" altLang="en-US" sz="226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文本框 13"/>
          <p:cNvSpPr>
            <a:spLocks noChangeArrowheads="1"/>
          </p:cNvSpPr>
          <p:nvPr/>
        </p:nvSpPr>
        <p:spPr bwMode="auto">
          <a:xfrm>
            <a:off x="7411738" y="4918007"/>
            <a:ext cx="3655060" cy="1446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7" tIns="45723" rIns="91447" bIns="4572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黑_GBK" pitchFamily="2" charset="-122"/>
              </a:rPr>
              <a:t>在此录入上述图表的综合描述说明，在此录入上述图表的综合描述说明，在此录入上述图表的综合描述说明，在此录入上述图表的综合描述说明，在此录入上述图表的综合描述说明。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椭圆 56"/>
          <p:cNvSpPr>
            <a:spLocks noChangeArrowheads="1"/>
          </p:cNvSpPr>
          <p:nvPr/>
        </p:nvSpPr>
        <p:spPr bwMode="auto">
          <a:xfrm rot="21019160">
            <a:off x="1278160" y="3298256"/>
            <a:ext cx="512851" cy="511333"/>
          </a:xfrm>
          <a:prstGeom prst="ellipse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 anchor="ctr"/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13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43" name="椭圆 58"/>
          <p:cNvSpPr>
            <a:spLocks noChangeArrowheads="1"/>
          </p:cNvSpPr>
          <p:nvPr/>
        </p:nvSpPr>
        <p:spPr bwMode="auto">
          <a:xfrm>
            <a:off x="4837953" y="5407107"/>
            <a:ext cx="657339" cy="659016"/>
          </a:xfrm>
          <a:prstGeom prst="ellipse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 anchor="ctr"/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13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  <p:sp>
        <p:nvSpPr>
          <p:cNvPr id="44" name="椭圆 70"/>
          <p:cNvSpPr>
            <a:spLocks noChangeArrowheads="1"/>
          </p:cNvSpPr>
          <p:nvPr/>
        </p:nvSpPr>
        <p:spPr bwMode="auto">
          <a:xfrm>
            <a:off x="10134773" y="2753575"/>
            <a:ext cx="760544" cy="760648"/>
          </a:xfrm>
          <a:prstGeom prst="ellipse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lIns="107541" tIns="53771" rIns="107541" bIns="53771" anchor="ctr"/>
          <a:lstStyle>
            <a:lvl1pPr eaLnBrk="0" hangingPunct="0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1pPr>
            <a:lvl2pPr marL="742950" indent="-285750" eaLnBrk="0" hangingPunct="0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2pPr>
            <a:lvl3pPr marL="11430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3pPr>
            <a:lvl4pPr marL="16002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4pPr>
            <a:lvl5pPr marL="2057400" indent="-228600" eaLnBrk="0" hangingPunct="0">
              <a:lnSpc>
                <a:spcPct val="90000"/>
              </a:lnSpc>
              <a:spcBef>
                <a:spcPts val="500"/>
              </a:spcBef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方正兰亭黑_GBK" pitchFamily="2" charset="-122"/>
                <a:ea typeface="方正兰亭黑_GBK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2135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黑_GBK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0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000"/>
                            </p:stCondLst>
                            <p:childTnLst>
                              <p:par>
                                <p:cTn id="6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>
                                      <p:cBhvr>
                                        <p:cTn id="6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>
                                      <p:cBhvr>
                                        <p:cTn id="7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Effect>
                                      <p:cBhvr>
                                        <p:cTn id="75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Effect>
                                      <p:cBhvr>
                                        <p:cTn id="78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8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/>
      <p:bldP spid="37" grpId="0"/>
      <p:bldP spid="38" grpId="0"/>
      <p:bldP spid="39" grpId="0"/>
      <p:bldP spid="40" grpId="0" bldLvl="0" autoUpdateAnimBg="0"/>
      <p:bldP spid="41" grpId="0" bldLvl="0" autoUpdateAnimBg="0"/>
      <p:bldP spid="42" grpId="0" bldLvl="0" animBg="1" autoUpdateAnimBg="0"/>
      <p:bldP spid="43" grpId="0" bldLvl="0" animBg="1" autoUpdateAnimBg="0"/>
      <p:bldP spid="44" grpId="0" bldLvl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3"/>
          <p:cNvSpPr txBox="1"/>
          <p:nvPr/>
        </p:nvSpPr>
        <p:spPr>
          <a:xfrm>
            <a:off x="2042459" y="1825547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3"/>
          <p:cNvSpPr txBox="1"/>
          <p:nvPr/>
        </p:nvSpPr>
        <p:spPr>
          <a:xfrm>
            <a:off x="4962195" y="1825547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3"/>
          <p:cNvSpPr txBox="1"/>
          <p:nvPr/>
        </p:nvSpPr>
        <p:spPr>
          <a:xfrm>
            <a:off x="7860910" y="1825547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3"/>
          <p:cNvSpPr txBox="1"/>
          <p:nvPr/>
        </p:nvSpPr>
        <p:spPr>
          <a:xfrm>
            <a:off x="2042459" y="4061563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/>
          <p:cNvSpPr txBox="1"/>
          <p:nvPr/>
        </p:nvSpPr>
        <p:spPr>
          <a:xfrm>
            <a:off x="4948102" y="4061563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3"/>
          <p:cNvSpPr txBox="1"/>
          <p:nvPr/>
        </p:nvSpPr>
        <p:spPr>
          <a:xfrm>
            <a:off x="7905752" y="4061563"/>
            <a:ext cx="609141" cy="656655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ctr">
              <a:buNone/>
              <a:defRPr sz="2800" b="1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spcBef>
                <a:spcPct val="20000"/>
              </a:spcBef>
              <a:defRPr/>
            </a:pPr>
            <a:r>
              <a:rPr lang="en-US" sz="4265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4265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" name="Straight Connector 25"/>
          <p:cNvCxnSpPr/>
          <p:nvPr/>
        </p:nvCxnSpPr>
        <p:spPr>
          <a:xfrm>
            <a:off x="2814271" y="2171423"/>
            <a:ext cx="1958535" cy="0"/>
          </a:xfrm>
          <a:prstGeom prst="line">
            <a:avLst/>
          </a:prstGeom>
          <a:ln w="38100" cap="rnd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4"/>
          <p:cNvCxnSpPr/>
          <p:nvPr/>
        </p:nvCxnSpPr>
        <p:spPr>
          <a:xfrm>
            <a:off x="5774219" y="2171423"/>
            <a:ext cx="1958535" cy="0"/>
          </a:xfrm>
          <a:prstGeom prst="line">
            <a:avLst/>
          </a:prstGeom>
          <a:ln w="38100" cap="rnd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9"/>
          <p:cNvCxnSpPr/>
          <p:nvPr/>
        </p:nvCxnSpPr>
        <p:spPr>
          <a:xfrm>
            <a:off x="8711270" y="2171423"/>
            <a:ext cx="1958535" cy="0"/>
          </a:xfrm>
          <a:prstGeom prst="line">
            <a:avLst/>
          </a:prstGeom>
          <a:ln w="38100" cap="rnd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44"/>
          <p:cNvCxnSpPr/>
          <p:nvPr/>
        </p:nvCxnSpPr>
        <p:spPr>
          <a:xfrm rot="5400000">
            <a:off x="8503655" y="2265975"/>
            <a:ext cx="2260700" cy="2071596"/>
          </a:xfrm>
          <a:prstGeom prst="bentConnector3">
            <a:avLst>
              <a:gd name="adj1" fmla="val 100560"/>
            </a:avLst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67"/>
          <p:cNvCxnSpPr/>
          <p:nvPr/>
        </p:nvCxnSpPr>
        <p:spPr>
          <a:xfrm flipH="1">
            <a:off x="5732434" y="4432123"/>
            <a:ext cx="1958535" cy="0"/>
          </a:xfrm>
          <a:prstGeom prst="line">
            <a:avLst/>
          </a:prstGeom>
          <a:ln w="38100" cap="rnd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68"/>
          <p:cNvCxnSpPr/>
          <p:nvPr/>
        </p:nvCxnSpPr>
        <p:spPr>
          <a:xfrm flipH="1">
            <a:off x="2772486" y="4432123"/>
            <a:ext cx="1958535" cy="0"/>
          </a:xfrm>
          <a:prstGeom prst="line">
            <a:avLst/>
          </a:prstGeom>
          <a:ln w="38100" cap="rnd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939361" y="2519018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39362" y="2874496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927761" y="2519018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843460" y="2519018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927762" y="2874496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843459" y="2874496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939361" y="4722263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939362" y="5077743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927761" y="4722263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843460" y="4722263"/>
            <a:ext cx="1666249" cy="37965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1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1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927762" y="5077743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43459" y="5077743"/>
            <a:ext cx="2248671" cy="679289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46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8" grpId="0"/>
      <p:bldP spid="19" grpId="0"/>
      <p:bldP spid="20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153702" y="2424477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 Same Side Corner Rectangle 154"/>
          <p:cNvSpPr/>
          <p:nvPr/>
        </p:nvSpPr>
        <p:spPr>
          <a:xfrm>
            <a:off x="2016231" y="24192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Freeform 116"/>
          <p:cNvSpPr>
            <a:spLocks noEditPoints="1"/>
          </p:cNvSpPr>
          <p:nvPr/>
        </p:nvSpPr>
        <p:spPr bwMode="auto">
          <a:xfrm>
            <a:off x="2680741" y="1865673"/>
            <a:ext cx="443219" cy="357435"/>
          </a:xfrm>
          <a:custGeom>
            <a:avLst/>
            <a:gdLst/>
            <a:ahLst/>
            <a:cxnLst>
              <a:cxn ang="0">
                <a:pos x="55" y="27"/>
              </a:cxn>
              <a:cxn ang="0">
                <a:pos x="54" y="27"/>
              </a:cxn>
              <a:cxn ang="0">
                <a:pos x="54" y="27"/>
              </a:cxn>
              <a:cxn ang="0">
                <a:pos x="53" y="27"/>
              </a:cxn>
              <a:cxn ang="0">
                <a:pos x="28" y="6"/>
              </a:cxn>
              <a:cxn ang="0">
                <a:pos x="4" y="27"/>
              </a:cxn>
              <a:cxn ang="0">
                <a:pos x="3" y="27"/>
              </a:cxn>
              <a:cxn ang="0">
                <a:pos x="2" y="27"/>
              </a:cxn>
              <a:cxn ang="0">
                <a:pos x="0" y="24"/>
              </a:cxn>
              <a:cxn ang="0">
                <a:pos x="0" y="23"/>
              </a:cxn>
              <a:cxn ang="0">
                <a:pos x="26" y="1"/>
              </a:cxn>
              <a:cxn ang="0">
                <a:pos x="31" y="1"/>
              </a:cxn>
              <a:cxn ang="0">
                <a:pos x="40" y="8"/>
              </a:cxn>
              <a:cxn ang="0">
                <a:pos x="40" y="1"/>
              </a:cxn>
              <a:cxn ang="0">
                <a:pos x="41" y="0"/>
              </a:cxn>
              <a:cxn ang="0">
                <a:pos x="48" y="0"/>
              </a:cxn>
              <a:cxn ang="0">
                <a:pos x="49" y="1"/>
              </a:cxn>
              <a:cxn ang="0">
                <a:pos x="49" y="16"/>
              </a:cxn>
              <a:cxn ang="0">
                <a:pos x="57" y="23"/>
              </a:cxn>
              <a:cxn ang="0">
                <a:pos x="57" y="24"/>
              </a:cxn>
              <a:cxn ang="0">
                <a:pos x="55" y="27"/>
              </a:cxn>
              <a:cxn ang="0">
                <a:pos x="49" y="44"/>
              </a:cxn>
              <a:cxn ang="0">
                <a:pos x="47" y="46"/>
              </a:cxn>
              <a:cxn ang="0">
                <a:pos x="33" y="46"/>
              </a:cxn>
              <a:cxn ang="0">
                <a:pos x="33" y="32"/>
              </a:cxn>
              <a:cxn ang="0">
                <a:pos x="24" y="32"/>
              </a:cxn>
              <a:cxn ang="0">
                <a:pos x="24" y="46"/>
              </a:cxn>
              <a:cxn ang="0">
                <a:pos x="10" y="46"/>
              </a:cxn>
              <a:cxn ang="0">
                <a:pos x="8" y="44"/>
              </a:cxn>
              <a:cxn ang="0">
                <a:pos x="8" y="27"/>
              </a:cxn>
              <a:cxn ang="0">
                <a:pos x="8" y="26"/>
              </a:cxn>
              <a:cxn ang="0">
                <a:pos x="28" y="9"/>
              </a:cxn>
              <a:cxn ang="0">
                <a:pos x="49" y="26"/>
              </a:cxn>
              <a:cxn ang="0">
                <a:pos x="49" y="27"/>
              </a:cxn>
              <a:cxn ang="0">
                <a:pos x="49" y="44"/>
              </a:cxn>
            </a:cxnLst>
            <a:rect l="0" t="0" r="r" b="b"/>
            <a:pathLst>
              <a:path w="57" h="46">
                <a:moveTo>
                  <a:pt x="55" y="27"/>
                </a:moveTo>
                <a:cubicBezTo>
                  <a:pt x="55" y="27"/>
                  <a:pt x="54" y="27"/>
                  <a:pt x="54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7"/>
                  <a:pt x="53" y="27"/>
                </a:cubicBezTo>
                <a:cubicBezTo>
                  <a:pt x="28" y="6"/>
                  <a:pt x="28" y="6"/>
                  <a:pt x="28" y="6"/>
                </a:cubicBezTo>
                <a:cubicBezTo>
                  <a:pt x="4" y="27"/>
                  <a:pt x="4" y="27"/>
                  <a:pt x="4" y="27"/>
                </a:cubicBezTo>
                <a:cubicBezTo>
                  <a:pt x="4" y="27"/>
                  <a:pt x="3" y="27"/>
                  <a:pt x="3" y="27"/>
                </a:cubicBezTo>
                <a:cubicBezTo>
                  <a:pt x="3" y="27"/>
                  <a:pt x="2" y="27"/>
                  <a:pt x="2" y="27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24"/>
                  <a:pt x="0" y="23"/>
                  <a:pt x="0" y="23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30" y="0"/>
                  <a:pt x="31" y="1"/>
                </a:cubicBezTo>
                <a:cubicBezTo>
                  <a:pt x="40" y="8"/>
                  <a:pt x="40" y="8"/>
                  <a:pt x="40" y="8"/>
                </a:cubicBezTo>
                <a:cubicBezTo>
                  <a:pt x="40" y="1"/>
                  <a:pt x="40" y="1"/>
                  <a:pt x="40" y="1"/>
                </a:cubicBezTo>
                <a:cubicBezTo>
                  <a:pt x="40" y="1"/>
                  <a:pt x="40" y="0"/>
                  <a:pt x="41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9" y="0"/>
                  <a:pt x="49" y="1"/>
                  <a:pt x="49" y="1"/>
                </a:cubicBezTo>
                <a:cubicBezTo>
                  <a:pt x="49" y="16"/>
                  <a:pt x="49" y="16"/>
                  <a:pt x="49" y="16"/>
                </a:cubicBezTo>
                <a:cubicBezTo>
                  <a:pt x="57" y="23"/>
                  <a:pt x="57" y="23"/>
                  <a:pt x="57" y="23"/>
                </a:cubicBezTo>
                <a:cubicBezTo>
                  <a:pt x="57" y="23"/>
                  <a:pt x="57" y="24"/>
                  <a:pt x="57" y="24"/>
                </a:cubicBezTo>
                <a:lnTo>
                  <a:pt x="55" y="27"/>
                </a:lnTo>
                <a:close/>
                <a:moveTo>
                  <a:pt x="49" y="44"/>
                </a:moveTo>
                <a:cubicBezTo>
                  <a:pt x="49" y="45"/>
                  <a:pt x="48" y="46"/>
                  <a:pt x="47" y="46"/>
                </a:cubicBezTo>
                <a:cubicBezTo>
                  <a:pt x="33" y="46"/>
                  <a:pt x="33" y="46"/>
                  <a:pt x="33" y="46"/>
                </a:cubicBezTo>
                <a:cubicBezTo>
                  <a:pt x="33" y="32"/>
                  <a:pt x="33" y="32"/>
                  <a:pt x="33" y="32"/>
                </a:cubicBezTo>
                <a:cubicBezTo>
                  <a:pt x="24" y="32"/>
                  <a:pt x="24" y="32"/>
                  <a:pt x="24" y="32"/>
                </a:cubicBezTo>
                <a:cubicBezTo>
                  <a:pt x="24" y="46"/>
                  <a:pt x="24" y="46"/>
                  <a:pt x="24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9" y="46"/>
                  <a:pt x="8" y="45"/>
                  <a:pt x="8" y="44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8" y="26"/>
                  <a:pt x="8" y="26"/>
                </a:cubicBezTo>
                <a:cubicBezTo>
                  <a:pt x="28" y="9"/>
                  <a:pt x="28" y="9"/>
                  <a:pt x="28" y="9"/>
                </a:cubicBezTo>
                <a:cubicBezTo>
                  <a:pt x="49" y="26"/>
                  <a:pt x="49" y="26"/>
                  <a:pt x="49" y="26"/>
                </a:cubicBezTo>
                <a:cubicBezTo>
                  <a:pt x="49" y="26"/>
                  <a:pt x="49" y="27"/>
                  <a:pt x="49" y="27"/>
                </a:cubicBezTo>
                <a:lnTo>
                  <a:pt x="49" y="4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5215037" y="2424477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ound Same Side Corner Rectangle 154"/>
          <p:cNvSpPr/>
          <p:nvPr/>
        </p:nvSpPr>
        <p:spPr>
          <a:xfrm>
            <a:off x="5077565" y="24192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00839" y="2424477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Round Same Side Corner Rectangle 154"/>
          <p:cNvSpPr/>
          <p:nvPr/>
        </p:nvSpPr>
        <p:spPr>
          <a:xfrm>
            <a:off x="8263369" y="24192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3702" y="4791375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ound Same Side Corner Rectangle 154"/>
          <p:cNvSpPr/>
          <p:nvPr/>
        </p:nvSpPr>
        <p:spPr>
          <a:xfrm>
            <a:off x="2016231" y="47861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15037" y="4791375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 Same Side Corner Rectangle 154"/>
          <p:cNvSpPr/>
          <p:nvPr/>
        </p:nvSpPr>
        <p:spPr>
          <a:xfrm>
            <a:off x="5077565" y="47861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00839" y="4791375"/>
            <a:ext cx="1552575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 Same Side Corner Rectangle 154"/>
          <p:cNvSpPr/>
          <p:nvPr/>
        </p:nvSpPr>
        <p:spPr>
          <a:xfrm>
            <a:off x="8263369" y="4786125"/>
            <a:ext cx="1808891" cy="419483"/>
          </a:xfrm>
          <a:prstGeom prst="round2Same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Freeform 105"/>
          <p:cNvSpPr>
            <a:spLocks noEditPoints="1"/>
          </p:cNvSpPr>
          <p:nvPr/>
        </p:nvSpPr>
        <p:spPr bwMode="auto">
          <a:xfrm>
            <a:off x="5755729" y="1820441"/>
            <a:ext cx="408587" cy="402667"/>
          </a:xfrm>
          <a:custGeom>
            <a:avLst/>
            <a:gdLst/>
            <a:ahLst/>
            <a:cxnLst>
              <a:cxn ang="0">
                <a:pos x="59" y="63"/>
              </a:cxn>
              <a:cxn ang="0">
                <a:pos x="55" y="61"/>
              </a:cxn>
              <a:cxn ang="0">
                <a:pos x="42" y="48"/>
              </a:cxn>
              <a:cxn ang="0">
                <a:pos x="27" y="53"/>
              </a:cxn>
              <a:cxn ang="0">
                <a:pos x="0" y="26"/>
              </a:cxn>
              <a:cxn ang="0">
                <a:pos x="27" y="0"/>
              </a:cxn>
              <a:cxn ang="0">
                <a:pos x="54" y="26"/>
              </a:cxn>
              <a:cxn ang="0">
                <a:pos x="49" y="41"/>
              </a:cxn>
              <a:cxn ang="0">
                <a:pos x="62" y="54"/>
              </a:cxn>
              <a:cxn ang="0">
                <a:pos x="64" y="58"/>
              </a:cxn>
              <a:cxn ang="0">
                <a:pos x="59" y="63"/>
              </a:cxn>
              <a:cxn ang="0">
                <a:pos x="27" y="9"/>
              </a:cxn>
              <a:cxn ang="0">
                <a:pos x="10" y="26"/>
              </a:cxn>
              <a:cxn ang="0">
                <a:pos x="27" y="43"/>
              </a:cxn>
              <a:cxn ang="0">
                <a:pos x="44" y="26"/>
              </a:cxn>
              <a:cxn ang="0">
                <a:pos x="27" y="9"/>
              </a:cxn>
            </a:cxnLst>
            <a:rect l="0" t="0" r="r" b="b"/>
            <a:pathLst>
              <a:path w="64" h="63">
                <a:moveTo>
                  <a:pt x="59" y="63"/>
                </a:moveTo>
                <a:cubicBezTo>
                  <a:pt x="57" y="63"/>
                  <a:pt x="56" y="62"/>
                  <a:pt x="55" y="61"/>
                </a:cubicBezTo>
                <a:cubicBezTo>
                  <a:pt x="42" y="48"/>
                  <a:pt x="42" y="48"/>
                  <a:pt x="42" y="48"/>
                </a:cubicBezTo>
                <a:cubicBezTo>
                  <a:pt x="38" y="51"/>
                  <a:pt x="33" y="53"/>
                  <a:pt x="27" y="53"/>
                </a:cubicBezTo>
                <a:cubicBezTo>
                  <a:pt x="12" y="53"/>
                  <a:pt x="0" y="41"/>
                  <a:pt x="0" y="26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4" y="12"/>
                  <a:pt x="54" y="26"/>
                </a:cubicBezTo>
                <a:cubicBezTo>
                  <a:pt x="54" y="32"/>
                  <a:pt x="52" y="37"/>
                  <a:pt x="49" y="41"/>
                </a:cubicBezTo>
                <a:cubicBezTo>
                  <a:pt x="62" y="54"/>
                  <a:pt x="62" y="54"/>
                  <a:pt x="62" y="54"/>
                </a:cubicBezTo>
                <a:cubicBezTo>
                  <a:pt x="63" y="55"/>
                  <a:pt x="64" y="57"/>
                  <a:pt x="64" y="58"/>
                </a:cubicBezTo>
                <a:cubicBezTo>
                  <a:pt x="64" y="61"/>
                  <a:pt x="61" y="63"/>
                  <a:pt x="59" y="63"/>
                </a:cubicBezTo>
                <a:close/>
                <a:moveTo>
                  <a:pt x="27" y="9"/>
                </a:moveTo>
                <a:cubicBezTo>
                  <a:pt x="18" y="9"/>
                  <a:pt x="10" y="17"/>
                  <a:pt x="10" y="26"/>
                </a:cubicBezTo>
                <a:cubicBezTo>
                  <a:pt x="10" y="36"/>
                  <a:pt x="18" y="43"/>
                  <a:pt x="27" y="43"/>
                </a:cubicBezTo>
                <a:cubicBezTo>
                  <a:pt x="37" y="43"/>
                  <a:pt x="44" y="36"/>
                  <a:pt x="44" y="26"/>
                </a:cubicBezTo>
                <a:cubicBezTo>
                  <a:pt x="44" y="17"/>
                  <a:pt x="37" y="9"/>
                  <a:pt x="27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0" name="Freeform 15"/>
          <p:cNvSpPr>
            <a:spLocks noEditPoints="1"/>
          </p:cNvSpPr>
          <p:nvPr/>
        </p:nvSpPr>
        <p:spPr bwMode="auto">
          <a:xfrm>
            <a:off x="8927239" y="1895230"/>
            <a:ext cx="437172" cy="327879"/>
          </a:xfrm>
          <a:custGeom>
            <a:avLst/>
            <a:gdLst/>
            <a:ahLst/>
            <a:cxnLst>
              <a:cxn ang="0">
                <a:pos x="168" y="126"/>
              </a:cxn>
              <a:cxn ang="0">
                <a:pos x="0" y="126"/>
              </a:cxn>
              <a:cxn ang="0">
                <a:pos x="0" y="0"/>
              </a:cxn>
              <a:cxn ang="0">
                <a:pos x="10" y="0"/>
              </a:cxn>
              <a:cxn ang="0">
                <a:pos x="10" y="115"/>
              </a:cxn>
              <a:cxn ang="0">
                <a:pos x="168" y="115"/>
              </a:cxn>
              <a:cxn ang="0">
                <a:pos x="168" y="126"/>
              </a:cxn>
              <a:cxn ang="0">
                <a:pos x="54" y="104"/>
              </a:cxn>
              <a:cxn ang="0">
                <a:pos x="32" y="104"/>
              </a:cxn>
              <a:cxn ang="0">
                <a:pos x="32" y="63"/>
              </a:cxn>
              <a:cxn ang="0">
                <a:pos x="54" y="63"/>
              </a:cxn>
              <a:cxn ang="0">
                <a:pos x="54" y="104"/>
              </a:cxn>
              <a:cxn ang="0">
                <a:pos x="84" y="104"/>
              </a:cxn>
              <a:cxn ang="0">
                <a:pos x="64" y="104"/>
              </a:cxn>
              <a:cxn ang="0">
                <a:pos x="64" y="19"/>
              </a:cxn>
              <a:cxn ang="0">
                <a:pos x="84" y="19"/>
              </a:cxn>
              <a:cxn ang="0">
                <a:pos x="84" y="104"/>
              </a:cxn>
              <a:cxn ang="0">
                <a:pos x="116" y="104"/>
              </a:cxn>
              <a:cxn ang="0">
                <a:pos x="95" y="104"/>
              </a:cxn>
              <a:cxn ang="0">
                <a:pos x="95" y="41"/>
              </a:cxn>
              <a:cxn ang="0">
                <a:pos x="116" y="41"/>
              </a:cxn>
              <a:cxn ang="0">
                <a:pos x="116" y="104"/>
              </a:cxn>
              <a:cxn ang="0">
                <a:pos x="147" y="104"/>
              </a:cxn>
              <a:cxn ang="0">
                <a:pos x="127" y="104"/>
              </a:cxn>
              <a:cxn ang="0">
                <a:pos x="127" y="9"/>
              </a:cxn>
              <a:cxn ang="0">
                <a:pos x="147" y="9"/>
              </a:cxn>
              <a:cxn ang="0">
                <a:pos x="147" y="104"/>
              </a:cxn>
            </a:cxnLst>
            <a:rect l="0" t="0" r="r" b="b"/>
            <a:pathLst>
              <a:path w="168" h="126">
                <a:moveTo>
                  <a:pt x="168" y="126"/>
                </a:moveTo>
                <a:lnTo>
                  <a:pt x="0" y="126"/>
                </a:lnTo>
                <a:lnTo>
                  <a:pt x="0" y="0"/>
                </a:lnTo>
                <a:lnTo>
                  <a:pt x="10" y="0"/>
                </a:lnTo>
                <a:lnTo>
                  <a:pt x="10" y="115"/>
                </a:lnTo>
                <a:lnTo>
                  <a:pt x="168" y="115"/>
                </a:lnTo>
                <a:lnTo>
                  <a:pt x="168" y="126"/>
                </a:lnTo>
                <a:close/>
                <a:moveTo>
                  <a:pt x="54" y="104"/>
                </a:moveTo>
                <a:lnTo>
                  <a:pt x="32" y="104"/>
                </a:lnTo>
                <a:lnTo>
                  <a:pt x="32" y="63"/>
                </a:lnTo>
                <a:lnTo>
                  <a:pt x="54" y="63"/>
                </a:lnTo>
                <a:lnTo>
                  <a:pt x="54" y="104"/>
                </a:lnTo>
                <a:close/>
                <a:moveTo>
                  <a:pt x="84" y="104"/>
                </a:moveTo>
                <a:lnTo>
                  <a:pt x="64" y="104"/>
                </a:lnTo>
                <a:lnTo>
                  <a:pt x="64" y="19"/>
                </a:lnTo>
                <a:lnTo>
                  <a:pt x="84" y="19"/>
                </a:lnTo>
                <a:lnTo>
                  <a:pt x="84" y="104"/>
                </a:lnTo>
                <a:close/>
                <a:moveTo>
                  <a:pt x="116" y="104"/>
                </a:moveTo>
                <a:lnTo>
                  <a:pt x="95" y="104"/>
                </a:lnTo>
                <a:lnTo>
                  <a:pt x="95" y="41"/>
                </a:lnTo>
                <a:lnTo>
                  <a:pt x="116" y="41"/>
                </a:lnTo>
                <a:lnTo>
                  <a:pt x="116" y="104"/>
                </a:lnTo>
                <a:close/>
                <a:moveTo>
                  <a:pt x="147" y="104"/>
                </a:moveTo>
                <a:lnTo>
                  <a:pt x="127" y="104"/>
                </a:lnTo>
                <a:lnTo>
                  <a:pt x="127" y="9"/>
                </a:lnTo>
                <a:lnTo>
                  <a:pt x="147" y="9"/>
                </a:lnTo>
                <a:lnTo>
                  <a:pt x="147" y="104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sp>
        <p:nvSpPr>
          <p:cNvPr id="25" name="Freeform 57"/>
          <p:cNvSpPr>
            <a:spLocks noEditPoints="1"/>
          </p:cNvSpPr>
          <p:nvPr/>
        </p:nvSpPr>
        <p:spPr bwMode="auto">
          <a:xfrm>
            <a:off x="2717400" y="4188882"/>
            <a:ext cx="406553" cy="406551"/>
          </a:xfrm>
          <a:custGeom>
            <a:avLst/>
            <a:gdLst/>
            <a:ahLst/>
            <a:cxnLst>
              <a:cxn ang="0">
                <a:pos x="55" y="31"/>
              </a:cxn>
              <a:cxn ang="0">
                <a:pos x="54" y="33"/>
              </a:cxn>
              <a:cxn ang="0">
                <a:pos x="47" y="34"/>
              </a:cxn>
              <a:cxn ang="0">
                <a:pos x="46" y="37"/>
              </a:cxn>
              <a:cxn ang="0">
                <a:pos x="49" y="42"/>
              </a:cxn>
              <a:cxn ang="0">
                <a:pos x="50" y="43"/>
              </a:cxn>
              <a:cxn ang="0">
                <a:pos x="49" y="44"/>
              </a:cxn>
              <a:cxn ang="0">
                <a:pos x="43" y="50"/>
              </a:cxn>
              <a:cxn ang="0">
                <a:pos x="42" y="50"/>
              </a:cxn>
              <a:cxn ang="0">
                <a:pos x="37" y="46"/>
              </a:cxn>
              <a:cxn ang="0">
                <a:pos x="33" y="47"/>
              </a:cxn>
              <a:cxn ang="0">
                <a:pos x="32" y="54"/>
              </a:cxn>
              <a:cxn ang="0">
                <a:pos x="31" y="55"/>
              </a:cxn>
              <a:cxn ang="0">
                <a:pos x="23" y="55"/>
              </a:cxn>
              <a:cxn ang="0">
                <a:pos x="22" y="54"/>
              </a:cxn>
              <a:cxn ang="0">
                <a:pos x="21" y="47"/>
              </a:cxn>
              <a:cxn ang="0">
                <a:pos x="18" y="46"/>
              </a:cxn>
              <a:cxn ang="0">
                <a:pos x="13" y="50"/>
              </a:cxn>
              <a:cxn ang="0">
                <a:pos x="12" y="50"/>
              </a:cxn>
              <a:cxn ang="0">
                <a:pos x="11" y="50"/>
              </a:cxn>
              <a:cxn ang="0">
                <a:pos x="5" y="44"/>
              </a:cxn>
              <a:cxn ang="0">
                <a:pos x="5" y="43"/>
              </a:cxn>
              <a:cxn ang="0">
                <a:pos x="5" y="42"/>
              </a:cxn>
              <a:cxn ang="0">
                <a:pos x="9" y="37"/>
              </a:cxn>
              <a:cxn ang="0">
                <a:pos x="7" y="33"/>
              </a:cxn>
              <a:cxn ang="0">
                <a:pos x="1" y="33"/>
              </a:cxn>
              <a:cxn ang="0">
                <a:pos x="0" y="31"/>
              </a:cxn>
              <a:cxn ang="0">
                <a:pos x="0" y="23"/>
              </a:cxn>
              <a:cxn ang="0">
                <a:pos x="1" y="22"/>
              </a:cxn>
              <a:cxn ang="0">
                <a:pos x="7" y="21"/>
              </a:cxn>
              <a:cxn ang="0">
                <a:pos x="9" y="18"/>
              </a:cxn>
              <a:cxn ang="0">
                <a:pos x="5" y="13"/>
              </a:cxn>
              <a:cxn ang="0">
                <a:pos x="5" y="12"/>
              </a:cxn>
              <a:cxn ang="0">
                <a:pos x="5" y="11"/>
              </a:cxn>
              <a:cxn ang="0">
                <a:pos x="12" y="5"/>
              </a:cxn>
              <a:cxn ang="0">
                <a:pos x="13" y="5"/>
              </a:cxn>
              <a:cxn ang="0">
                <a:pos x="18" y="9"/>
              </a:cxn>
              <a:cxn ang="0">
                <a:pos x="21" y="8"/>
              </a:cxn>
              <a:cxn ang="0">
                <a:pos x="22" y="1"/>
              </a:cxn>
              <a:cxn ang="0">
                <a:pos x="23" y="0"/>
              </a:cxn>
              <a:cxn ang="0">
                <a:pos x="31" y="0"/>
              </a:cxn>
              <a:cxn ang="0">
                <a:pos x="32" y="1"/>
              </a:cxn>
              <a:cxn ang="0">
                <a:pos x="33" y="8"/>
              </a:cxn>
              <a:cxn ang="0">
                <a:pos x="37" y="9"/>
              </a:cxn>
              <a:cxn ang="0">
                <a:pos x="42" y="5"/>
              </a:cxn>
              <a:cxn ang="0">
                <a:pos x="43" y="5"/>
              </a:cxn>
              <a:cxn ang="0">
                <a:pos x="43" y="5"/>
              </a:cxn>
              <a:cxn ang="0">
                <a:pos x="49" y="11"/>
              </a:cxn>
              <a:cxn ang="0">
                <a:pos x="50" y="12"/>
              </a:cxn>
              <a:cxn ang="0">
                <a:pos x="49" y="13"/>
              </a:cxn>
              <a:cxn ang="0">
                <a:pos x="46" y="18"/>
              </a:cxn>
              <a:cxn ang="0">
                <a:pos x="47" y="21"/>
              </a:cxn>
              <a:cxn ang="0">
                <a:pos x="54" y="22"/>
              </a:cxn>
              <a:cxn ang="0">
                <a:pos x="55" y="23"/>
              </a:cxn>
              <a:cxn ang="0">
                <a:pos x="55" y="31"/>
              </a:cxn>
              <a:cxn ang="0">
                <a:pos x="27" y="18"/>
              </a:cxn>
              <a:cxn ang="0">
                <a:pos x="18" y="27"/>
              </a:cxn>
              <a:cxn ang="0">
                <a:pos x="27" y="36"/>
              </a:cxn>
              <a:cxn ang="0">
                <a:pos x="36" y="27"/>
              </a:cxn>
              <a:cxn ang="0">
                <a:pos x="27" y="18"/>
              </a:cxn>
            </a:cxnLst>
            <a:rect l="0" t="0" r="r" b="b"/>
            <a:pathLst>
              <a:path w="55" h="55">
                <a:moveTo>
                  <a:pt x="55" y="31"/>
                </a:moveTo>
                <a:cubicBezTo>
                  <a:pt x="55" y="32"/>
                  <a:pt x="54" y="33"/>
                  <a:pt x="54" y="33"/>
                </a:cubicBezTo>
                <a:cubicBezTo>
                  <a:pt x="47" y="34"/>
                  <a:pt x="47" y="34"/>
                  <a:pt x="47" y="34"/>
                </a:cubicBezTo>
                <a:cubicBezTo>
                  <a:pt x="47" y="35"/>
                  <a:pt x="46" y="36"/>
                  <a:pt x="46" y="37"/>
                </a:cubicBezTo>
                <a:cubicBezTo>
                  <a:pt x="47" y="39"/>
                  <a:pt x="48" y="40"/>
                  <a:pt x="49" y="42"/>
                </a:cubicBezTo>
                <a:cubicBezTo>
                  <a:pt x="50" y="42"/>
                  <a:pt x="50" y="42"/>
                  <a:pt x="50" y="43"/>
                </a:cubicBezTo>
                <a:cubicBezTo>
                  <a:pt x="50" y="43"/>
                  <a:pt x="50" y="43"/>
                  <a:pt x="49" y="44"/>
                </a:cubicBezTo>
                <a:cubicBezTo>
                  <a:pt x="49" y="45"/>
                  <a:pt x="44" y="50"/>
                  <a:pt x="43" y="50"/>
                </a:cubicBezTo>
                <a:cubicBezTo>
                  <a:pt x="42" y="50"/>
                  <a:pt x="42" y="50"/>
                  <a:pt x="42" y="50"/>
                </a:cubicBezTo>
                <a:cubicBezTo>
                  <a:pt x="37" y="46"/>
                  <a:pt x="37" y="46"/>
                  <a:pt x="37" y="46"/>
                </a:cubicBezTo>
                <a:cubicBezTo>
                  <a:pt x="36" y="46"/>
                  <a:pt x="35" y="47"/>
                  <a:pt x="33" y="47"/>
                </a:cubicBezTo>
                <a:cubicBezTo>
                  <a:pt x="33" y="49"/>
                  <a:pt x="33" y="52"/>
                  <a:pt x="32" y="54"/>
                </a:cubicBezTo>
                <a:cubicBezTo>
                  <a:pt x="32" y="54"/>
                  <a:pt x="32" y="55"/>
                  <a:pt x="31" y="55"/>
                </a:cubicBezTo>
                <a:cubicBezTo>
                  <a:pt x="23" y="55"/>
                  <a:pt x="23" y="55"/>
                  <a:pt x="23" y="55"/>
                </a:cubicBezTo>
                <a:cubicBezTo>
                  <a:pt x="23" y="55"/>
                  <a:pt x="22" y="54"/>
                  <a:pt x="22" y="54"/>
                </a:cubicBezTo>
                <a:cubicBezTo>
                  <a:pt x="21" y="47"/>
                  <a:pt x="21" y="47"/>
                  <a:pt x="21" y="47"/>
                </a:cubicBezTo>
                <a:cubicBezTo>
                  <a:pt x="20" y="47"/>
                  <a:pt x="19" y="46"/>
                  <a:pt x="18" y="46"/>
                </a:cubicBezTo>
                <a:cubicBezTo>
                  <a:pt x="13" y="50"/>
                  <a:pt x="13" y="50"/>
                  <a:pt x="13" y="50"/>
                </a:cubicBezTo>
                <a:cubicBezTo>
                  <a:pt x="12" y="50"/>
                  <a:pt x="12" y="50"/>
                  <a:pt x="12" y="50"/>
                </a:cubicBezTo>
                <a:cubicBezTo>
                  <a:pt x="11" y="50"/>
                  <a:pt x="11" y="50"/>
                  <a:pt x="11" y="50"/>
                </a:cubicBezTo>
                <a:cubicBezTo>
                  <a:pt x="9" y="48"/>
                  <a:pt x="7" y="46"/>
                  <a:pt x="5" y="44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42"/>
                  <a:pt x="5" y="42"/>
                  <a:pt x="5" y="42"/>
                </a:cubicBezTo>
                <a:cubicBezTo>
                  <a:pt x="6" y="40"/>
                  <a:pt x="8" y="39"/>
                  <a:pt x="9" y="37"/>
                </a:cubicBezTo>
                <a:cubicBezTo>
                  <a:pt x="8" y="36"/>
                  <a:pt x="8" y="35"/>
                  <a:pt x="7" y="33"/>
                </a:cubicBezTo>
                <a:cubicBezTo>
                  <a:pt x="1" y="33"/>
                  <a:pt x="1" y="33"/>
                  <a:pt x="1" y="33"/>
                </a:cubicBezTo>
                <a:cubicBezTo>
                  <a:pt x="0" y="32"/>
                  <a:pt x="0" y="32"/>
                  <a:pt x="0" y="31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3"/>
                  <a:pt x="0" y="22"/>
                  <a:pt x="1" y="22"/>
                </a:cubicBezTo>
                <a:cubicBezTo>
                  <a:pt x="7" y="21"/>
                  <a:pt x="7" y="21"/>
                  <a:pt x="7" y="21"/>
                </a:cubicBezTo>
                <a:cubicBezTo>
                  <a:pt x="8" y="20"/>
                  <a:pt x="8" y="19"/>
                  <a:pt x="9" y="18"/>
                </a:cubicBezTo>
                <a:cubicBezTo>
                  <a:pt x="8" y="16"/>
                  <a:pt x="6" y="14"/>
                  <a:pt x="5" y="13"/>
                </a:cubicBezTo>
                <a:cubicBezTo>
                  <a:pt x="5" y="13"/>
                  <a:pt x="5" y="12"/>
                  <a:pt x="5" y="12"/>
                </a:cubicBezTo>
                <a:cubicBezTo>
                  <a:pt x="5" y="12"/>
                  <a:pt x="5" y="11"/>
                  <a:pt x="5" y="11"/>
                </a:cubicBezTo>
                <a:cubicBezTo>
                  <a:pt x="6" y="10"/>
                  <a:pt x="11" y="5"/>
                  <a:pt x="12" y="5"/>
                </a:cubicBezTo>
                <a:cubicBezTo>
                  <a:pt x="12" y="5"/>
                  <a:pt x="12" y="5"/>
                  <a:pt x="13" y="5"/>
                </a:cubicBezTo>
                <a:cubicBezTo>
                  <a:pt x="18" y="9"/>
                  <a:pt x="18" y="9"/>
                  <a:pt x="18" y="9"/>
                </a:cubicBezTo>
                <a:cubicBezTo>
                  <a:pt x="19" y="8"/>
                  <a:pt x="20" y="8"/>
                  <a:pt x="21" y="8"/>
                </a:cubicBezTo>
                <a:cubicBezTo>
                  <a:pt x="21" y="5"/>
                  <a:pt x="21" y="3"/>
                  <a:pt x="22" y="1"/>
                </a:cubicBezTo>
                <a:cubicBezTo>
                  <a:pt x="22" y="0"/>
                  <a:pt x="23" y="0"/>
                  <a:pt x="23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2" y="0"/>
                  <a:pt x="32" y="0"/>
                  <a:pt x="32" y="1"/>
                </a:cubicBezTo>
                <a:cubicBezTo>
                  <a:pt x="33" y="8"/>
                  <a:pt x="33" y="8"/>
                  <a:pt x="33" y="8"/>
                </a:cubicBezTo>
                <a:cubicBezTo>
                  <a:pt x="35" y="8"/>
                  <a:pt x="36" y="8"/>
                  <a:pt x="37" y="9"/>
                </a:cubicBezTo>
                <a:cubicBezTo>
                  <a:pt x="42" y="5"/>
                  <a:pt x="42" y="5"/>
                  <a:pt x="42" y="5"/>
                </a:cubicBezTo>
                <a:cubicBezTo>
                  <a:pt x="42" y="5"/>
                  <a:pt x="42" y="5"/>
                  <a:pt x="43" y="5"/>
                </a:cubicBezTo>
                <a:cubicBezTo>
                  <a:pt x="43" y="5"/>
                  <a:pt x="43" y="5"/>
                  <a:pt x="43" y="5"/>
                </a:cubicBezTo>
                <a:cubicBezTo>
                  <a:pt x="45" y="7"/>
                  <a:pt x="48" y="9"/>
                  <a:pt x="49" y="11"/>
                </a:cubicBezTo>
                <a:cubicBezTo>
                  <a:pt x="50" y="11"/>
                  <a:pt x="50" y="12"/>
                  <a:pt x="50" y="12"/>
                </a:cubicBezTo>
                <a:cubicBezTo>
                  <a:pt x="50" y="12"/>
                  <a:pt x="49" y="13"/>
                  <a:pt x="49" y="13"/>
                </a:cubicBezTo>
                <a:cubicBezTo>
                  <a:pt x="48" y="14"/>
                  <a:pt x="47" y="16"/>
                  <a:pt x="46" y="18"/>
                </a:cubicBezTo>
                <a:cubicBezTo>
                  <a:pt x="46" y="19"/>
                  <a:pt x="47" y="20"/>
                  <a:pt x="47" y="21"/>
                </a:cubicBezTo>
                <a:cubicBezTo>
                  <a:pt x="54" y="22"/>
                  <a:pt x="54" y="22"/>
                  <a:pt x="54" y="22"/>
                </a:cubicBezTo>
                <a:cubicBezTo>
                  <a:pt x="54" y="22"/>
                  <a:pt x="55" y="23"/>
                  <a:pt x="55" y="23"/>
                </a:cubicBezTo>
                <a:lnTo>
                  <a:pt x="55" y="31"/>
                </a:lnTo>
                <a:close/>
                <a:moveTo>
                  <a:pt x="27" y="18"/>
                </a:moveTo>
                <a:cubicBezTo>
                  <a:pt x="22" y="18"/>
                  <a:pt x="18" y="22"/>
                  <a:pt x="18" y="27"/>
                </a:cubicBezTo>
                <a:cubicBezTo>
                  <a:pt x="18" y="32"/>
                  <a:pt x="22" y="36"/>
                  <a:pt x="27" y="36"/>
                </a:cubicBezTo>
                <a:cubicBezTo>
                  <a:pt x="32" y="36"/>
                  <a:pt x="36" y="32"/>
                  <a:pt x="36" y="27"/>
                </a:cubicBezTo>
                <a:cubicBezTo>
                  <a:pt x="36" y="22"/>
                  <a:pt x="32" y="18"/>
                  <a:pt x="27" y="1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sp>
        <p:nvSpPr>
          <p:cNvPr id="26" name="Freeform 52"/>
          <p:cNvSpPr>
            <a:spLocks noEditPoints="1"/>
          </p:cNvSpPr>
          <p:nvPr/>
        </p:nvSpPr>
        <p:spPr bwMode="auto">
          <a:xfrm>
            <a:off x="5797383" y="4198218"/>
            <a:ext cx="387879" cy="387879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27" y="8"/>
              </a:cxn>
              <a:cxn ang="0">
                <a:pos x="8" y="27"/>
              </a:cxn>
              <a:cxn ang="0">
                <a:pos x="27" y="47"/>
              </a:cxn>
              <a:cxn ang="0">
                <a:pos x="47" y="27"/>
              </a:cxn>
              <a:cxn ang="0">
                <a:pos x="27" y="8"/>
              </a:cxn>
              <a:cxn ang="0">
                <a:pos x="32" y="31"/>
              </a:cxn>
              <a:cxn ang="0">
                <a:pos x="31" y="32"/>
              </a:cxn>
              <a:cxn ang="0">
                <a:pos x="19" y="32"/>
              </a:cxn>
              <a:cxn ang="0">
                <a:pos x="18" y="31"/>
              </a:cxn>
              <a:cxn ang="0">
                <a:pos x="18" y="28"/>
              </a:cxn>
              <a:cxn ang="0">
                <a:pos x="19" y="27"/>
              </a:cxn>
              <a:cxn ang="0">
                <a:pos x="27" y="27"/>
              </a:cxn>
              <a:cxn ang="0">
                <a:pos x="27" y="15"/>
              </a:cxn>
              <a:cxn ang="0">
                <a:pos x="28" y="14"/>
              </a:cxn>
              <a:cxn ang="0">
                <a:pos x="31" y="14"/>
              </a:cxn>
              <a:cxn ang="0">
                <a:pos x="32" y="15"/>
              </a:cxn>
              <a:cxn ang="0">
                <a:pos x="32" y="31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27" y="8"/>
                </a:moveTo>
                <a:cubicBezTo>
                  <a:pt x="16" y="8"/>
                  <a:pt x="8" y="17"/>
                  <a:pt x="8" y="27"/>
                </a:cubicBezTo>
                <a:cubicBezTo>
                  <a:pt x="8" y="38"/>
                  <a:pt x="16" y="47"/>
                  <a:pt x="27" y="47"/>
                </a:cubicBezTo>
                <a:cubicBezTo>
                  <a:pt x="38" y="47"/>
                  <a:pt x="47" y="38"/>
                  <a:pt x="47" y="27"/>
                </a:cubicBezTo>
                <a:cubicBezTo>
                  <a:pt x="47" y="17"/>
                  <a:pt x="38" y="8"/>
                  <a:pt x="27" y="8"/>
                </a:cubicBezTo>
                <a:close/>
                <a:moveTo>
                  <a:pt x="32" y="31"/>
                </a:moveTo>
                <a:cubicBezTo>
                  <a:pt x="32" y="31"/>
                  <a:pt x="31" y="32"/>
                  <a:pt x="31" y="32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18" y="31"/>
                  <a:pt x="18" y="31"/>
                </a:cubicBezTo>
                <a:cubicBezTo>
                  <a:pt x="18" y="28"/>
                  <a:pt x="18" y="28"/>
                  <a:pt x="18" y="28"/>
                </a:cubicBezTo>
                <a:cubicBezTo>
                  <a:pt x="18" y="28"/>
                  <a:pt x="19" y="27"/>
                  <a:pt x="19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15"/>
                  <a:pt x="27" y="15"/>
                  <a:pt x="27" y="15"/>
                </a:cubicBezTo>
                <a:cubicBezTo>
                  <a:pt x="27" y="14"/>
                  <a:pt x="28" y="14"/>
                  <a:pt x="28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4"/>
                  <a:pt x="32" y="15"/>
                </a:cubicBezTo>
                <a:lnTo>
                  <a:pt x="32" y="3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sp>
        <p:nvSpPr>
          <p:cNvPr id="27" name="Freeform 245"/>
          <p:cNvSpPr/>
          <p:nvPr/>
        </p:nvSpPr>
        <p:spPr bwMode="auto">
          <a:xfrm>
            <a:off x="8927239" y="4184660"/>
            <a:ext cx="414992" cy="41499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8" y="56"/>
              </a:cxn>
              <a:cxn ang="0">
                <a:pos x="28" y="67"/>
              </a:cxn>
              <a:cxn ang="0">
                <a:pos x="26" y="68"/>
              </a:cxn>
              <a:cxn ang="0">
                <a:pos x="26" y="68"/>
              </a:cxn>
              <a:cxn ang="0">
                <a:pos x="24" y="65"/>
              </a:cxn>
              <a:cxn ang="0">
                <a:pos x="24" y="52"/>
              </a:cxn>
              <a:cxn ang="0">
                <a:pos x="57" y="12"/>
              </a:cxn>
              <a:cxn ang="0">
                <a:pos x="16" y="47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5" y="0"/>
              </a:cxn>
              <a:cxn ang="0">
                <a:pos x="67" y="0"/>
              </a:cxn>
              <a:cxn ang="0">
                <a:pos x="68" y="3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8" y="56"/>
                  <a:pt x="38" y="56"/>
                  <a:pt x="38" y="56"/>
                </a:cubicBezTo>
                <a:cubicBezTo>
                  <a:pt x="28" y="67"/>
                  <a:pt x="28" y="67"/>
                  <a:pt x="28" y="67"/>
                </a:cubicBezTo>
                <a:cubicBezTo>
                  <a:pt x="28" y="67"/>
                  <a:pt x="27" y="68"/>
                  <a:pt x="26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5" y="67"/>
                  <a:pt x="24" y="66"/>
                  <a:pt x="24" y="65"/>
                </a:cubicBezTo>
                <a:cubicBezTo>
                  <a:pt x="24" y="52"/>
                  <a:pt x="24" y="52"/>
                  <a:pt x="24" y="52"/>
                </a:cubicBezTo>
                <a:cubicBezTo>
                  <a:pt x="57" y="12"/>
                  <a:pt x="57" y="12"/>
                  <a:pt x="57" y="12"/>
                </a:cubicBezTo>
                <a:cubicBezTo>
                  <a:pt x="16" y="47"/>
                  <a:pt x="16" y="47"/>
                  <a:pt x="16" y="47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5" y="0"/>
                  <a:pt x="65" y="0"/>
                </a:cubicBezTo>
                <a:cubicBezTo>
                  <a:pt x="66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 sz="2400"/>
          </a:p>
        </p:txBody>
      </p:sp>
      <p:sp>
        <p:nvSpPr>
          <p:cNvPr id="28" name="文本框 27"/>
          <p:cNvSpPr txBox="1"/>
          <p:nvPr/>
        </p:nvSpPr>
        <p:spPr>
          <a:xfrm>
            <a:off x="1900727" y="2876537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953096" y="2876537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基于演示设计的一站式在线演示、素材销售、服务交易系统。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138900" y="2876537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926127" y="5242559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978496" y="5242559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164300" y="5242559"/>
            <a:ext cx="2076451" cy="1052596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19" grpId="0" animBg="1"/>
      <p:bldP spid="20" grpId="0" animBg="1"/>
      <p:bldP spid="25" grpId="0" animBg="1"/>
      <p:bldP spid="26" grpId="0" animBg="1"/>
      <p:bldP spid="2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898520" y="3741210"/>
            <a:ext cx="166624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45982" y="4596865"/>
            <a:ext cx="166624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50817" y="3741210"/>
            <a:ext cx="166624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444560" y="4596865"/>
            <a:ext cx="1666249" cy="40011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请输入标题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4315519" y="3231665"/>
            <a:ext cx="1196276" cy="1196275"/>
            <a:chOff x="4315518" y="2723665"/>
            <a:chExt cx="1196276" cy="1196274"/>
          </a:xfrm>
        </p:grpSpPr>
        <p:sp>
          <p:nvSpPr>
            <p:cNvPr id="27" name="Teardrop 40"/>
            <p:cNvSpPr/>
            <p:nvPr/>
          </p:nvSpPr>
          <p:spPr>
            <a:xfrm>
              <a:off x="4315518" y="2723665"/>
              <a:ext cx="1196276" cy="1196274"/>
            </a:xfrm>
            <a:prstGeom prst="teardrop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grpSp>
          <p:nvGrpSpPr>
            <p:cNvPr id="28" name="Group 80"/>
            <p:cNvGrpSpPr>
              <a:grpSpLocks noChangeAspect="1"/>
            </p:cNvGrpSpPr>
            <p:nvPr/>
          </p:nvGrpSpPr>
          <p:grpSpPr bwMode="auto">
            <a:xfrm>
              <a:off x="4674224" y="2892590"/>
              <a:ext cx="610129" cy="647440"/>
              <a:chOff x="4738" y="3130"/>
              <a:chExt cx="551" cy="590"/>
            </a:xfrm>
            <a:solidFill>
              <a:schemeClr val="bg1"/>
            </a:solidFill>
          </p:grpSpPr>
          <p:sp>
            <p:nvSpPr>
              <p:cNvPr id="29" name="Freeform 81"/>
              <p:cNvSpPr/>
              <p:nvPr/>
            </p:nvSpPr>
            <p:spPr bwMode="auto">
              <a:xfrm>
                <a:off x="4738" y="3376"/>
                <a:ext cx="307" cy="344"/>
              </a:xfrm>
              <a:custGeom>
                <a:avLst/>
                <a:gdLst>
                  <a:gd name="T0" fmla="*/ 106 w 128"/>
                  <a:gd name="T1" fmla="*/ 144 h 144"/>
                  <a:gd name="T2" fmla="*/ 12 w 128"/>
                  <a:gd name="T3" fmla="*/ 144 h 144"/>
                  <a:gd name="T4" fmla="*/ 12 w 128"/>
                  <a:gd name="T5" fmla="*/ 14 h 144"/>
                  <a:gd name="T6" fmla="*/ 0 w 128"/>
                  <a:gd name="T7" fmla="*/ 14 h 144"/>
                  <a:gd name="T8" fmla="*/ 0 w 128"/>
                  <a:gd name="T9" fmla="*/ 0 h 144"/>
                  <a:gd name="T10" fmla="*/ 128 w 128"/>
                  <a:gd name="T11" fmla="*/ 0 h 144"/>
                  <a:gd name="T12" fmla="*/ 128 w 128"/>
                  <a:gd name="T13" fmla="*/ 14 h 144"/>
                  <a:gd name="T14" fmla="*/ 106 w 128"/>
                  <a:gd name="T15" fmla="*/ 14 h 144"/>
                  <a:gd name="T16" fmla="*/ 106 w 128"/>
                  <a:gd name="T17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8" h="144">
                    <a:moveTo>
                      <a:pt x="106" y="144"/>
                    </a:moveTo>
                    <a:cubicBezTo>
                      <a:pt x="74" y="144"/>
                      <a:pt x="43" y="144"/>
                      <a:pt x="12" y="144"/>
                    </a:cubicBezTo>
                    <a:cubicBezTo>
                      <a:pt x="12" y="100"/>
                      <a:pt x="12" y="57"/>
                      <a:pt x="12" y="14"/>
                    </a:cubicBezTo>
                    <a:cubicBezTo>
                      <a:pt x="8" y="14"/>
                      <a:pt x="4" y="14"/>
                      <a:pt x="0" y="14"/>
                    </a:cubicBezTo>
                    <a:cubicBezTo>
                      <a:pt x="0" y="9"/>
                      <a:pt x="0" y="4"/>
                      <a:pt x="0" y="0"/>
                    </a:cubicBezTo>
                    <a:cubicBezTo>
                      <a:pt x="43" y="0"/>
                      <a:pt x="85" y="0"/>
                      <a:pt x="128" y="0"/>
                    </a:cubicBezTo>
                    <a:cubicBezTo>
                      <a:pt x="128" y="4"/>
                      <a:pt x="128" y="9"/>
                      <a:pt x="128" y="14"/>
                    </a:cubicBezTo>
                    <a:cubicBezTo>
                      <a:pt x="121" y="14"/>
                      <a:pt x="114" y="14"/>
                      <a:pt x="106" y="14"/>
                    </a:cubicBezTo>
                    <a:cubicBezTo>
                      <a:pt x="106" y="57"/>
                      <a:pt x="106" y="100"/>
                      <a:pt x="106" y="1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30" name="Freeform 82"/>
              <p:cNvSpPr/>
              <p:nvPr/>
            </p:nvSpPr>
            <p:spPr bwMode="auto">
              <a:xfrm>
                <a:off x="4940" y="3216"/>
                <a:ext cx="313" cy="504"/>
              </a:xfrm>
              <a:custGeom>
                <a:avLst/>
                <a:gdLst>
                  <a:gd name="T0" fmla="*/ 0 w 131"/>
                  <a:gd name="T1" fmla="*/ 19 h 211"/>
                  <a:gd name="T2" fmla="*/ 18 w 131"/>
                  <a:gd name="T3" fmla="*/ 0 h 211"/>
                  <a:gd name="T4" fmla="*/ 51 w 131"/>
                  <a:gd name="T5" fmla="*/ 30 h 211"/>
                  <a:gd name="T6" fmla="*/ 48 w 131"/>
                  <a:gd name="T7" fmla="*/ 33 h 211"/>
                  <a:gd name="T8" fmla="*/ 50 w 131"/>
                  <a:gd name="T9" fmla="*/ 36 h 211"/>
                  <a:gd name="T10" fmla="*/ 46 w 131"/>
                  <a:gd name="T11" fmla="*/ 39 h 211"/>
                  <a:gd name="T12" fmla="*/ 60 w 131"/>
                  <a:gd name="T13" fmla="*/ 41 h 211"/>
                  <a:gd name="T14" fmla="*/ 89 w 131"/>
                  <a:gd name="T15" fmla="*/ 35 h 211"/>
                  <a:gd name="T16" fmla="*/ 96 w 131"/>
                  <a:gd name="T17" fmla="*/ 26 h 211"/>
                  <a:gd name="T18" fmla="*/ 115 w 131"/>
                  <a:gd name="T19" fmla="*/ 15 h 211"/>
                  <a:gd name="T20" fmla="*/ 131 w 131"/>
                  <a:gd name="T21" fmla="*/ 30 h 211"/>
                  <a:gd name="T22" fmla="*/ 131 w 131"/>
                  <a:gd name="T23" fmla="*/ 33 h 211"/>
                  <a:gd name="T24" fmla="*/ 122 w 131"/>
                  <a:gd name="T25" fmla="*/ 109 h 211"/>
                  <a:gd name="T26" fmla="*/ 119 w 131"/>
                  <a:gd name="T27" fmla="*/ 122 h 211"/>
                  <a:gd name="T28" fmla="*/ 110 w 131"/>
                  <a:gd name="T29" fmla="*/ 132 h 211"/>
                  <a:gd name="T30" fmla="*/ 57 w 131"/>
                  <a:gd name="T31" fmla="*/ 140 h 211"/>
                  <a:gd name="T32" fmla="*/ 56 w 131"/>
                  <a:gd name="T33" fmla="*/ 140 h 211"/>
                  <a:gd name="T34" fmla="*/ 55 w 131"/>
                  <a:gd name="T35" fmla="*/ 140 h 211"/>
                  <a:gd name="T36" fmla="*/ 55 w 131"/>
                  <a:gd name="T37" fmla="*/ 145 h 211"/>
                  <a:gd name="T38" fmla="*/ 55 w 131"/>
                  <a:gd name="T39" fmla="*/ 195 h 211"/>
                  <a:gd name="T40" fmla="*/ 46 w 131"/>
                  <a:gd name="T41" fmla="*/ 209 h 211"/>
                  <a:gd name="T42" fmla="*/ 31 w 131"/>
                  <a:gd name="T43" fmla="*/ 200 h 211"/>
                  <a:gd name="T44" fmla="*/ 29 w 131"/>
                  <a:gd name="T45" fmla="*/ 170 h 211"/>
                  <a:gd name="T46" fmla="*/ 31 w 131"/>
                  <a:gd name="T47" fmla="*/ 138 h 211"/>
                  <a:gd name="T48" fmla="*/ 34 w 131"/>
                  <a:gd name="T49" fmla="*/ 130 h 211"/>
                  <a:gd name="T50" fmla="*/ 52 w 131"/>
                  <a:gd name="T51" fmla="*/ 116 h 211"/>
                  <a:gd name="T52" fmla="*/ 80 w 131"/>
                  <a:gd name="T53" fmla="*/ 111 h 211"/>
                  <a:gd name="T54" fmla="*/ 85 w 131"/>
                  <a:gd name="T55" fmla="*/ 107 h 211"/>
                  <a:gd name="T56" fmla="*/ 92 w 131"/>
                  <a:gd name="T57" fmla="*/ 62 h 211"/>
                  <a:gd name="T58" fmla="*/ 92 w 131"/>
                  <a:gd name="T59" fmla="*/ 60 h 211"/>
                  <a:gd name="T60" fmla="*/ 82 w 131"/>
                  <a:gd name="T61" fmla="*/ 63 h 211"/>
                  <a:gd name="T62" fmla="*/ 53 w 131"/>
                  <a:gd name="T63" fmla="*/ 63 h 211"/>
                  <a:gd name="T64" fmla="*/ 36 w 131"/>
                  <a:gd name="T65" fmla="*/ 60 h 211"/>
                  <a:gd name="T66" fmla="*/ 27 w 131"/>
                  <a:gd name="T67" fmla="*/ 46 h 211"/>
                  <a:gd name="T68" fmla="*/ 26 w 131"/>
                  <a:gd name="T69" fmla="*/ 43 h 211"/>
                  <a:gd name="T70" fmla="*/ 2 w 131"/>
                  <a:gd name="T71" fmla="*/ 21 h 211"/>
                  <a:gd name="T72" fmla="*/ 0 w 131"/>
                  <a:gd name="T73" fmla="*/ 19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31" h="211">
                    <a:moveTo>
                      <a:pt x="0" y="19"/>
                    </a:moveTo>
                    <a:cubicBezTo>
                      <a:pt x="6" y="12"/>
                      <a:pt x="12" y="6"/>
                      <a:pt x="18" y="0"/>
                    </a:cubicBezTo>
                    <a:cubicBezTo>
                      <a:pt x="29" y="10"/>
                      <a:pt x="40" y="20"/>
                      <a:pt x="51" y="30"/>
                    </a:cubicBezTo>
                    <a:cubicBezTo>
                      <a:pt x="50" y="31"/>
                      <a:pt x="49" y="32"/>
                      <a:pt x="48" y="33"/>
                    </a:cubicBezTo>
                    <a:cubicBezTo>
                      <a:pt x="49" y="34"/>
                      <a:pt x="49" y="35"/>
                      <a:pt x="50" y="36"/>
                    </a:cubicBezTo>
                    <a:cubicBezTo>
                      <a:pt x="49" y="37"/>
                      <a:pt x="48" y="37"/>
                      <a:pt x="46" y="39"/>
                    </a:cubicBezTo>
                    <a:cubicBezTo>
                      <a:pt x="51" y="39"/>
                      <a:pt x="55" y="40"/>
                      <a:pt x="60" y="41"/>
                    </a:cubicBezTo>
                    <a:cubicBezTo>
                      <a:pt x="70" y="42"/>
                      <a:pt x="80" y="41"/>
                      <a:pt x="89" y="35"/>
                    </a:cubicBezTo>
                    <a:cubicBezTo>
                      <a:pt x="92" y="32"/>
                      <a:pt x="95" y="30"/>
                      <a:pt x="96" y="26"/>
                    </a:cubicBezTo>
                    <a:cubicBezTo>
                      <a:pt x="100" y="18"/>
                      <a:pt x="107" y="15"/>
                      <a:pt x="115" y="15"/>
                    </a:cubicBezTo>
                    <a:cubicBezTo>
                      <a:pt x="122" y="16"/>
                      <a:pt x="129" y="23"/>
                      <a:pt x="131" y="30"/>
                    </a:cubicBezTo>
                    <a:cubicBezTo>
                      <a:pt x="131" y="31"/>
                      <a:pt x="131" y="32"/>
                      <a:pt x="131" y="33"/>
                    </a:cubicBezTo>
                    <a:cubicBezTo>
                      <a:pt x="129" y="59"/>
                      <a:pt x="128" y="84"/>
                      <a:pt x="122" y="109"/>
                    </a:cubicBezTo>
                    <a:cubicBezTo>
                      <a:pt x="121" y="114"/>
                      <a:pt x="120" y="118"/>
                      <a:pt x="119" y="122"/>
                    </a:cubicBezTo>
                    <a:cubicBezTo>
                      <a:pt x="118" y="127"/>
                      <a:pt x="114" y="130"/>
                      <a:pt x="110" y="132"/>
                    </a:cubicBezTo>
                    <a:cubicBezTo>
                      <a:pt x="93" y="140"/>
                      <a:pt x="75" y="142"/>
                      <a:pt x="57" y="140"/>
                    </a:cubicBezTo>
                    <a:cubicBezTo>
                      <a:pt x="57" y="140"/>
                      <a:pt x="56" y="140"/>
                      <a:pt x="56" y="140"/>
                    </a:cubicBezTo>
                    <a:cubicBezTo>
                      <a:pt x="56" y="140"/>
                      <a:pt x="56" y="140"/>
                      <a:pt x="55" y="140"/>
                    </a:cubicBezTo>
                    <a:cubicBezTo>
                      <a:pt x="55" y="142"/>
                      <a:pt x="55" y="144"/>
                      <a:pt x="55" y="145"/>
                    </a:cubicBezTo>
                    <a:cubicBezTo>
                      <a:pt x="53" y="162"/>
                      <a:pt x="53" y="178"/>
                      <a:pt x="55" y="195"/>
                    </a:cubicBezTo>
                    <a:cubicBezTo>
                      <a:pt x="56" y="202"/>
                      <a:pt x="52" y="208"/>
                      <a:pt x="46" y="209"/>
                    </a:cubicBezTo>
                    <a:cubicBezTo>
                      <a:pt x="39" y="211"/>
                      <a:pt x="32" y="207"/>
                      <a:pt x="31" y="200"/>
                    </a:cubicBezTo>
                    <a:cubicBezTo>
                      <a:pt x="30" y="190"/>
                      <a:pt x="29" y="180"/>
                      <a:pt x="29" y="170"/>
                    </a:cubicBezTo>
                    <a:cubicBezTo>
                      <a:pt x="28" y="159"/>
                      <a:pt x="29" y="148"/>
                      <a:pt x="31" y="138"/>
                    </a:cubicBezTo>
                    <a:cubicBezTo>
                      <a:pt x="32" y="135"/>
                      <a:pt x="33" y="133"/>
                      <a:pt x="34" y="130"/>
                    </a:cubicBezTo>
                    <a:cubicBezTo>
                      <a:pt x="37" y="122"/>
                      <a:pt x="44" y="118"/>
                      <a:pt x="52" y="116"/>
                    </a:cubicBezTo>
                    <a:cubicBezTo>
                      <a:pt x="61" y="113"/>
                      <a:pt x="71" y="112"/>
                      <a:pt x="80" y="111"/>
                    </a:cubicBezTo>
                    <a:cubicBezTo>
                      <a:pt x="84" y="111"/>
                      <a:pt x="84" y="111"/>
                      <a:pt x="85" y="107"/>
                    </a:cubicBezTo>
                    <a:cubicBezTo>
                      <a:pt x="88" y="92"/>
                      <a:pt x="90" y="77"/>
                      <a:pt x="92" y="62"/>
                    </a:cubicBezTo>
                    <a:cubicBezTo>
                      <a:pt x="92" y="61"/>
                      <a:pt x="92" y="61"/>
                      <a:pt x="92" y="60"/>
                    </a:cubicBezTo>
                    <a:cubicBezTo>
                      <a:pt x="88" y="61"/>
                      <a:pt x="85" y="62"/>
                      <a:pt x="82" y="63"/>
                    </a:cubicBezTo>
                    <a:cubicBezTo>
                      <a:pt x="72" y="65"/>
                      <a:pt x="63" y="65"/>
                      <a:pt x="53" y="63"/>
                    </a:cubicBezTo>
                    <a:cubicBezTo>
                      <a:pt x="47" y="63"/>
                      <a:pt x="42" y="62"/>
                      <a:pt x="36" y="60"/>
                    </a:cubicBezTo>
                    <a:cubicBezTo>
                      <a:pt x="28" y="59"/>
                      <a:pt x="25" y="54"/>
                      <a:pt x="27" y="46"/>
                    </a:cubicBezTo>
                    <a:cubicBezTo>
                      <a:pt x="27" y="45"/>
                      <a:pt x="27" y="44"/>
                      <a:pt x="26" y="43"/>
                    </a:cubicBezTo>
                    <a:cubicBezTo>
                      <a:pt x="18" y="36"/>
                      <a:pt x="10" y="28"/>
                      <a:pt x="2" y="21"/>
                    </a:cubicBezTo>
                    <a:cubicBezTo>
                      <a:pt x="1" y="20"/>
                      <a:pt x="1" y="20"/>
                      <a:pt x="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31" name="Freeform 83"/>
              <p:cNvSpPr/>
              <p:nvPr/>
            </p:nvSpPr>
            <p:spPr bwMode="auto">
              <a:xfrm>
                <a:off x="5081" y="3412"/>
                <a:ext cx="208" cy="298"/>
              </a:xfrm>
              <a:custGeom>
                <a:avLst/>
                <a:gdLst>
                  <a:gd name="T0" fmla="*/ 39 w 87"/>
                  <a:gd name="T1" fmla="*/ 108 h 125"/>
                  <a:gd name="T2" fmla="*/ 48 w 87"/>
                  <a:gd name="T3" fmla="*/ 111 h 125"/>
                  <a:gd name="T4" fmla="*/ 52 w 87"/>
                  <a:gd name="T5" fmla="*/ 118 h 125"/>
                  <a:gd name="T6" fmla="*/ 50 w 87"/>
                  <a:gd name="T7" fmla="*/ 119 h 125"/>
                  <a:gd name="T8" fmla="*/ 46 w 87"/>
                  <a:gd name="T9" fmla="*/ 118 h 125"/>
                  <a:gd name="T10" fmla="*/ 45 w 87"/>
                  <a:gd name="T11" fmla="*/ 118 h 125"/>
                  <a:gd name="T12" fmla="*/ 44 w 87"/>
                  <a:gd name="T13" fmla="*/ 125 h 125"/>
                  <a:gd name="T14" fmla="*/ 34 w 87"/>
                  <a:gd name="T15" fmla="*/ 114 h 125"/>
                  <a:gd name="T16" fmla="*/ 20 w 87"/>
                  <a:gd name="T17" fmla="*/ 125 h 125"/>
                  <a:gd name="T18" fmla="*/ 22 w 87"/>
                  <a:gd name="T19" fmla="*/ 115 h 125"/>
                  <a:gd name="T20" fmla="*/ 31 w 87"/>
                  <a:gd name="T21" fmla="*/ 109 h 125"/>
                  <a:gd name="T22" fmla="*/ 33 w 87"/>
                  <a:gd name="T23" fmla="*/ 107 h 125"/>
                  <a:gd name="T24" fmla="*/ 33 w 87"/>
                  <a:gd name="T25" fmla="*/ 81 h 125"/>
                  <a:gd name="T26" fmla="*/ 33 w 87"/>
                  <a:gd name="T27" fmla="*/ 80 h 125"/>
                  <a:gd name="T28" fmla="*/ 27 w 87"/>
                  <a:gd name="T29" fmla="*/ 81 h 125"/>
                  <a:gd name="T30" fmla="*/ 7 w 87"/>
                  <a:gd name="T31" fmla="*/ 81 h 125"/>
                  <a:gd name="T32" fmla="*/ 1 w 87"/>
                  <a:gd name="T33" fmla="*/ 73 h 125"/>
                  <a:gd name="T34" fmla="*/ 12 w 87"/>
                  <a:gd name="T35" fmla="*/ 65 h 125"/>
                  <a:gd name="T36" fmla="*/ 43 w 87"/>
                  <a:gd name="T37" fmla="*/ 62 h 125"/>
                  <a:gd name="T38" fmla="*/ 70 w 87"/>
                  <a:gd name="T39" fmla="*/ 31 h 125"/>
                  <a:gd name="T40" fmla="*/ 73 w 87"/>
                  <a:gd name="T41" fmla="*/ 11 h 125"/>
                  <a:gd name="T42" fmla="*/ 81 w 87"/>
                  <a:gd name="T43" fmla="*/ 1 h 125"/>
                  <a:gd name="T44" fmla="*/ 87 w 87"/>
                  <a:gd name="T45" fmla="*/ 5 h 125"/>
                  <a:gd name="T46" fmla="*/ 86 w 87"/>
                  <a:gd name="T47" fmla="*/ 23 h 125"/>
                  <a:gd name="T48" fmla="*/ 72 w 87"/>
                  <a:gd name="T49" fmla="*/ 58 h 125"/>
                  <a:gd name="T50" fmla="*/ 52 w 87"/>
                  <a:gd name="T51" fmla="*/ 73 h 125"/>
                  <a:gd name="T52" fmla="*/ 41 w 87"/>
                  <a:gd name="T53" fmla="*/ 77 h 125"/>
                  <a:gd name="T54" fmla="*/ 39 w 87"/>
                  <a:gd name="T55" fmla="*/ 79 h 125"/>
                  <a:gd name="T56" fmla="*/ 39 w 87"/>
                  <a:gd name="T57" fmla="*/ 108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7" h="125">
                    <a:moveTo>
                      <a:pt x="39" y="108"/>
                    </a:moveTo>
                    <a:cubicBezTo>
                      <a:pt x="43" y="109"/>
                      <a:pt x="46" y="110"/>
                      <a:pt x="48" y="111"/>
                    </a:cubicBezTo>
                    <a:cubicBezTo>
                      <a:pt x="52" y="112"/>
                      <a:pt x="53" y="115"/>
                      <a:pt x="52" y="118"/>
                    </a:cubicBezTo>
                    <a:cubicBezTo>
                      <a:pt x="52" y="120"/>
                      <a:pt x="51" y="120"/>
                      <a:pt x="50" y="119"/>
                    </a:cubicBezTo>
                    <a:cubicBezTo>
                      <a:pt x="48" y="119"/>
                      <a:pt x="47" y="119"/>
                      <a:pt x="46" y="118"/>
                    </a:cubicBezTo>
                    <a:cubicBezTo>
                      <a:pt x="46" y="118"/>
                      <a:pt x="45" y="118"/>
                      <a:pt x="45" y="118"/>
                    </a:cubicBezTo>
                    <a:cubicBezTo>
                      <a:pt x="45" y="120"/>
                      <a:pt x="44" y="123"/>
                      <a:pt x="44" y="125"/>
                    </a:cubicBezTo>
                    <a:cubicBezTo>
                      <a:pt x="38" y="122"/>
                      <a:pt x="36" y="120"/>
                      <a:pt x="34" y="114"/>
                    </a:cubicBezTo>
                    <a:cubicBezTo>
                      <a:pt x="30" y="119"/>
                      <a:pt x="26" y="123"/>
                      <a:pt x="20" y="125"/>
                    </a:cubicBezTo>
                    <a:cubicBezTo>
                      <a:pt x="18" y="122"/>
                      <a:pt x="19" y="117"/>
                      <a:pt x="22" y="115"/>
                    </a:cubicBezTo>
                    <a:cubicBezTo>
                      <a:pt x="25" y="113"/>
                      <a:pt x="28" y="111"/>
                      <a:pt x="31" y="109"/>
                    </a:cubicBezTo>
                    <a:cubicBezTo>
                      <a:pt x="32" y="109"/>
                      <a:pt x="33" y="108"/>
                      <a:pt x="33" y="107"/>
                    </a:cubicBezTo>
                    <a:cubicBezTo>
                      <a:pt x="33" y="99"/>
                      <a:pt x="33" y="90"/>
                      <a:pt x="33" y="81"/>
                    </a:cubicBezTo>
                    <a:cubicBezTo>
                      <a:pt x="33" y="81"/>
                      <a:pt x="33" y="81"/>
                      <a:pt x="33" y="80"/>
                    </a:cubicBezTo>
                    <a:cubicBezTo>
                      <a:pt x="31" y="81"/>
                      <a:pt x="29" y="81"/>
                      <a:pt x="27" y="81"/>
                    </a:cubicBezTo>
                    <a:cubicBezTo>
                      <a:pt x="20" y="81"/>
                      <a:pt x="13" y="81"/>
                      <a:pt x="7" y="81"/>
                    </a:cubicBezTo>
                    <a:cubicBezTo>
                      <a:pt x="2" y="81"/>
                      <a:pt x="0" y="78"/>
                      <a:pt x="1" y="73"/>
                    </a:cubicBezTo>
                    <a:cubicBezTo>
                      <a:pt x="3" y="68"/>
                      <a:pt x="7" y="65"/>
                      <a:pt x="12" y="65"/>
                    </a:cubicBezTo>
                    <a:cubicBezTo>
                      <a:pt x="23" y="66"/>
                      <a:pt x="33" y="65"/>
                      <a:pt x="43" y="62"/>
                    </a:cubicBezTo>
                    <a:cubicBezTo>
                      <a:pt x="58" y="57"/>
                      <a:pt x="67" y="46"/>
                      <a:pt x="70" y="31"/>
                    </a:cubicBezTo>
                    <a:cubicBezTo>
                      <a:pt x="72" y="24"/>
                      <a:pt x="72" y="18"/>
                      <a:pt x="73" y="11"/>
                    </a:cubicBezTo>
                    <a:cubicBezTo>
                      <a:pt x="73" y="6"/>
                      <a:pt x="76" y="2"/>
                      <a:pt x="81" y="1"/>
                    </a:cubicBezTo>
                    <a:cubicBezTo>
                      <a:pt x="84" y="0"/>
                      <a:pt x="87" y="2"/>
                      <a:pt x="87" y="5"/>
                    </a:cubicBezTo>
                    <a:cubicBezTo>
                      <a:pt x="87" y="11"/>
                      <a:pt x="87" y="17"/>
                      <a:pt x="86" y="23"/>
                    </a:cubicBezTo>
                    <a:cubicBezTo>
                      <a:pt x="84" y="36"/>
                      <a:pt x="80" y="48"/>
                      <a:pt x="72" y="58"/>
                    </a:cubicBezTo>
                    <a:cubicBezTo>
                      <a:pt x="66" y="64"/>
                      <a:pt x="59" y="69"/>
                      <a:pt x="52" y="73"/>
                    </a:cubicBezTo>
                    <a:cubicBezTo>
                      <a:pt x="48" y="74"/>
                      <a:pt x="45" y="76"/>
                      <a:pt x="41" y="77"/>
                    </a:cubicBezTo>
                    <a:cubicBezTo>
                      <a:pt x="40" y="78"/>
                      <a:pt x="39" y="79"/>
                      <a:pt x="39" y="79"/>
                    </a:cubicBezTo>
                    <a:cubicBezTo>
                      <a:pt x="39" y="89"/>
                      <a:pt x="39" y="99"/>
                      <a:pt x="39" y="10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32" name="Freeform 84"/>
              <p:cNvSpPr/>
              <p:nvPr/>
            </p:nvSpPr>
            <p:spPr bwMode="auto">
              <a:xfrm>
                <a:off x="5129" y="3130"/>
                <a:ext cx="102" cy="102"/>
              </a:xfrm>
              <a:custGeom>
                <a:avLst/>
                <a:gdLst>
                  <a:gd name="T0" fmla="*/ 22 w 43"/>
                  <a:gd name="T1" fmla="*/ 1 h 43"/>
                  <a:gd name="T2" fmla="*/ 43 w 43"/>
                  <a:gd name="T3" fmla="*/ 22 h 43"/>
                  <a:gd name="T4" fmla="*/ 22 w 43"/>
                  <a:gd name="T5" fmla="*/ 43 h 43"/>
                  <a:gd name="T6" fmla="*/ 1 w 43"/>
                  <a:gd name="T7" fmla="*/ 21 h 43"/>
                  <a:gd name="T8" fmla="*/ 22 w 43"/>
                  <a:gd name="T9" fmla="*/ 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22" y="1"/>
                    </a:moveTo>
                    <a:cubicBezTo>
                      <a:pt x="34" y="1"/>
                      <a:pt x="43" y="10"/>
                      <a:pt x="43" y="22"/>
                    </a:cubicBezTo>
                    <a:cubicBezTo>
                      <a:pt x="42" y="34"/>
                      <a:pt x="33" y="43"/>
                      <a:pt x="22" y="43"/>
                    </a:cubicBezTo>
                    <a:cubicBezTo>
                      <a:pt x="10" y="42"/>
                      <a:pt x="0" y="33"/>
                      <a:pt x="1" y="21"/>
                    </a:cubicBezTo>
                    <a:cubicBezTo>
                      <a:pt x="1" y="10"/>
                      <a:pt x="11" y="0"/>
                      <a:pt x="2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33" name="组合 32"/>
          <p:cNvGrpSpPr/>
          <p:nvPr/>
        </p:nvGrpSpPr>
        <p:grpSpPr>
          <a:xfrm>
            <a:off x="2133506" y="2376011"/>
            <a:ext cx="1196276" cy="1196275"/>
            <a:chOff x="2133505" y="1868011"/>
            <a:chExt cx="1196276" cy="1196274"/>
          </a:xfrm>
        </p:grpSpPr>
        <p:sp>
          <p:nvSpPr>
            <p:cNvPr id="34" name="Teardrop 40"/>
            <p:cNvSpPr/>
            <p:nvPr/>
          </p:nvSpPr>
          <p:spPr>
            <a:xfrm>
              <a:off x="2133505" y="1868011"/>
              <a:ext cx="1196276" cy="1196274"/>
            </a:xfrm>
            <a:prstGeom prst="teardrop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grpSp>
          <p:nvGrpSpPr>
            <p:cNvPr id="35" name="组合 34"/>
            <p:cNvGrpSpPr/>
            <p:nvPr/>
          </p:nvGrpSpPr>
          <p:grpSpPr>
            <a:xfrm>
              <a:off x="2594152" y="2091252"/>
              <a:ext cx="489277" cy="684119"/>
              <a:chOff x="9451975" y="2613025"/>
              <a:chExt cx="538163" cy="752475"/>
            </a:xfrm>
            <a:solidFill>
              <a:schemeClr val="bg1"/>
            </a:solidFill>
          </p:grpSpPr>
          <p:sp>
            <p:nvSpPr>
              <p:cNvPr id="36" name="Freeform 10"/>
              <p:cNvSpPr/>
              <p:nvPr/>
            </p:nvSpPr>
            <p:spPr bwMode="auto">
              <a:xfrm>
                <a:off x="9526588" y="2651125"/>
                <a:ext cx="142875" cy="153987"/>
              </a:xfrm>
              <a:custGeom>
                <a:avLst/>
                <a:gdLst>
                  <a:gd name="T0" fmla="*/ 4 w 38"/>
                  <a:gd name="T1" fmla="*/ 26 h 41"/>
                  <a:gd name="T2" fmla="*/ 19 w 38"/>
                  <a:gd name="T3" fmla="*/ 41 h 41"/>
                  <a:gd name="T4" fmla="*/ 34 w 38"/>
                  <a:gd name="T5" fmla="*/ 26 h 41"/>
                  <a:gd name="T6" fmla="*/ 37 w 38"/>
                  <a:gd name="T7" fmla="*/ 20 h 41"/>
                  <a:gd name="T8" fmla="*/ 35 w 38"/>
                  <a:gd name="T9" fmla="*/ 17 h 41"/>
                  <a:gd name="T10" fmla="*/ 19 w 38"/>
                  <a:gd name="T11" fmla="*/ 0 h 41"/>
                  <a:gd name="T12" fmla="*/ 3 w 38"/>
                  <a:gd name="T13" fmla="*/ 17 h 41"/>
                  <a:gd name="T14" fmla="*/ 0 w 38"/>
                  <a:gd name="T15" fmla="*/ 20 h 41"/>
                  <a:gd name="T16" fmla="*/ 4 w 38"/>
                  <a:gd name="T17" fmla="*/ 26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8" h="41">
                    <a:moveTo>
                      <a:pt x="4" y="26"/>
                    </a:moveTo>
                    <a:cubicBezTo>
                      <a:pt x="6" y="34"/>
                      <a:pt x="11" y="41"/>
                      <a:pt x="19" y="41"/>
                    </a:cubicBezTo>
                    <a:cubicBezTo>
                      <a:pt x="27" y="41"/>
                      <a:pt x="32" y="34"/>
                      <a:pt x="34" y="26"/>
                    </a:cubicBezTo>
                    <a:cubicBezTo>
                      <a:pt x="36" y="25"/>
                      <a:pt x="38" y="22"/>
                      <a:pt x="37" y="20"/>
                    </a:cubicBezTo>
                    <a:cubicBezTo>
                      <a:pt x="37" y="18"/>
                      <a:pt x="36" y="17"/>
                      <a:pt x="35" y="17"/>
                    </a:cubicBezTo>
                    <a:cubicBezTo>
                      <a:pt x="35" y="7"/>
                      <a:pt x="28" y="0"/>
                      <a:pt x="19" y="0"/>
                    </a:cubicBezTo>
                    <a:cubicBezTo>
                      <a:pt x="10" y="0"/>
                      <a:pt x="3" y="7"/>
                      <a:pt x="3" y="17"/>
                    </a:cubicBezTo>
                    <a:cubicBezTo>
                      <a:pt x="1" y="17"/>
                      <a:pt x="0" y="18"/>
                      <a:pt x="0" y="20"/>
                    </a:cubicBezTo>
                    <a:cubicBezTo>
                      <a:pt x="0" y="22"/>
                      <a:pt x="1" y="26"/>
                      <a:pt x="4" y="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37" name="Freeform 11"/>
              <p:cNvSpPr/>
              <p:nvPr/>
            </p:nvSpPr>
            <p:spPr bwMode="auto">
              <a:xfrm>
                <a:off x="9451975" y="2813050"/>
                <a:ext cx="398463" cy="552450"/>
              </a:xfrm>
              <a:custGeom>
                <a:avLst/>
                <a:gdLst>
                  <a:gd name="T0" fmla="*/ 97 w 106"/>
                  <a:gd name="T1" fmla="*/ 36 h 147"/>
                  <a:gd name="T2" fmla="*/ 82 w 106"/>
                  <a:gd name="T3" fmla="*/ 38 h 147"/>
                  <a:gd name="T4" fmla="*/ 79 w 106"/>
                  <a:gd name="T5" fmla="*/ 37 h 147"/>
                  <a:gd name="T6" fmla="*/ 67 w 106"/>
                  <a:gd name="T7" fmla="*/ 11 h 147"/>
                  <a:gd name="T8" fmla="*/ 66 w 106"/>
                  <a:gd name="T9" fmla="*/ 8 h 147"/>
                  <a:gd name="T10" fmla="*/ 54 w 106"/>
                  <a:gd name="T11" fmla="*/ 2 h 147"/>
                  <a:gd name="T12" fmla="*/ 49 w 106"/>
                  <a:gd name="T13" fmla="*/ 0 h 147"/>
                  <a:gd name="T14" fmla="*/ 43 w 106"/>
                  <a:gd name="T15" fmla="*/ 22 h 147"/>
                  <a:gd name="T16" fmla="*/ 43 w 106"/>
                  <a:gd name="T17" fmla="*/ 5 h 147"/>
                  <a:gd name="T18" fmla="*/ 38 w 106"/>
                  <a:gd name="T19" fmla="*/ 2 h 147"/>
                  <a:gd name="T20" fmla="*/ 37 w 106"/>
                  <a:gd name="T21" fmla="*/ 9 h 147"/>
                  <a:gd name="T22" fmla="*/ 28 w 106"/>
                  <a:gd name="T23" fmla="*/ 0 h 147"/>
                  <a:gd name="T24" fmla="*/ 28 w 106"/>
                  <a:gd name="T25" fmla="*/ 0 h 147"/>
                  <a:gd name="T26" fmla="*/ 10 w 106"/>
                  <a:gd name="T27" fmla="*/ 7 h 147"/>
                  <a:gd name="T28" fmla="*/ 1 w 106"/>
                  <a:gd name="T29" fmla="*/ 69 h 147"/>
                  <a:gd name="T30" fmla="*/ 14 w 106"/>
                  <a:gd name="T31" fmla="*/ 70 h 147"/>
                  <a:gd name="T32" fmla="*/ 18 w 106"/>
                  <a:gd name="T33" fmla="*/ 23 h 147"/>
                  <a:gd name="T34" fmla="*/ 18 w 106"/>
                  <a:gd name="T35" fmla="*/ 65 h 147"/>
                  <a:gd name="T36" fmla="*/ 18 w 106"/>
                  <a:gd name="T37" fmla="*/ 138 h 147"/>
                  <a:gd name="T38" fmla="*/ 27 w 106"/>
                  <a:gd name="T39" fmla="*/ 147 h 147"/>
                  <a:gd name="T40" fmla="*/ 36 w 106"/>
                  <a:gd name="T41" fmla="*/ 138 h 147"/>
                  <a:gd name="T42" fmla="*/ 41 w 106"/>
                  <a:gd name="T43" fmla="*/ 77 h 147"/>
                  <a:gd name="T44" fmla="*/ 50 w 106"/>
                  <a:gd name="T45" fmla="*/ 147 h 147"/>
                  <a:gd name="T46" fmla="*/ 50 w 106"/>
                  <a:gd name="T47" fmla="*/ 147 h 147"/>
                  <a:gd name="T48" fmla="*/ 59 w 106"/>
                  <a:gd name="T49" fmla="*/ 70 h 147"/>
                  <a:gd name="T50" fmla="*/ 60 w 106"/>
                  <a:gd name="T51" fmla="*/ 29 h 147"/>
                  <a:gd name="T52" fmla="*/ 67 w 106"/>
                  <a:gd name="T53" fmla="*/ 43 h 147"/>
                  <a:gd name="T54" fmla="*/ 71 w 106"/>
                  <a:gd name="T55" fmla="*/ 50 h 147"/>
                  <a:gd name="T56" fmla="*/ 75 w 106"/>
                  <a:gd name="T57" fmla="*/ 52 h 147"/>
                  <a:gd name="T58" fmla="*/ 77 w 106"/>
                  <a:gd name="T59" fmla="*/ 52 h 147"/>
                  <a:gd name="T60" fmla="*/ 81 w 106"/>
                  <a:gd name="T61" fmla="*/ 52 h 147"/>
                  <a:gd name="T62" fmla="*/ 100 w 106"/>
                  <a:gd name="T63" fmla="*/ 49 h 147"/>
                  <a:gd name="T64" fmla="*/ 97 w 106"/>
                  <a:gd name="T65" fmla="*/ 36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6" h="147">
                    <a:moveTo>
                      <a:pt x="97" y="36"/>
                    </a:moveTo>
                    <a:cubicBezTo>
                      <a:pt x="97" y="36"/>
                      <a:pt x="97" y="36"/>
                      <a:pt x="97" y="36"/>
                    </a:cubicBezTo>
                    <a:cubicBezTo>
                      <a:pt x="95" y="36"/>
                      <a:pt x="91" y="37"/>
                      <a:pt x="87" y="37"/>
                    </a:cubicBezTo>
                    <a:cubicBezTo>
                      <a:pt x="85" y="38"/>
                      <a:pt x="83" y="38"/>
                      <a:pt x="82" y="38"/>
                    </a:cubicBezTo>
                    <a:cubicBezTo>
                      <a:pt x="81" y="38"/>
                      <a:pt x="81" y="38"/>
                      <a:pt x="80" y="38"/>
                    </a:cubicBezTo>
                    <a:cubicBezTo>
                      <a:pt x="80" y="38"/>
                      <a:pt x="80" y="37"/>
                      <a:pt x="79" y="37"/>
                    </a:cubicBezTo>
                    <a:cubicBezTo>
                      <a:pt x="77" y="32"/>
                      <a:pt x="73" y="25"/>
                      <a:pt x="71" y="19"/>
                    </a:cubicBezTo>
                    <a:cubicBezTo>
                      <a:pt x="69" y="16"/>
                      <a:pt x="68" y="13"/>
                      <a:pt x="67" y="11"/>
                    </a:cubicBezTo>
                    <a:cubicBezTo>
                      <a:pt x="67" y="10"/>
                      <a:pt x="66" y="10"/>
                      <a:pt x="66" y="9"/>
                    </a:cubicBezTo>
                    <a:cubicBezTo>
                      <a:pt x="66" y="8"/>
                      <a:pt x="66" y="8"/>
                      <a:pt x="66" y="8"/>
                    </a:cubicBezTo>
                    <a:cubicBezTo>
                      <a:pt x="65" y="7"/>
                      <a:pt x="65" y="6"/>
                      <a:pt x="64" y="6"/>
                    </a:cubicBezTo>
                    <a:cubicBezTo>
                      <a:pt x="63" y="5"/>
                      <a:pt x="61" y="3"/>
                      <a:pt x="54" y="2"/>
                    </a:cubicBezTo>
                    <a:cubicBezTo>
                      <a:pt x="52" y="1"/>
                      <a:pt x="51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4"/>
                      <a:pt x="48" y="12"/>
                      <a:pt x="43" y="22"/>
                    </a:cubicBezTo>
                    <a:cubicBezTo>
                      <a:pt x="42" y="15"/>
                      <a:pt x="41" y="9"/>
                      <a:pt x="41" y="9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0" y="2"/>
                      <a:pt x="40" y="2"/>
                      <a:pt x="40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6" y="9"/>
                      <a:pt x="35" y="15"/>
                      <a:pt x="35" y="22"/>
                    </a:cubicBezTo>
                    <a:cubicBezTo>
                      <a:pt x="30" y="12"/>
                      <a:pt x="28" y="4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7" y="0"/>
                      <a:pt x="25" y="1"/>
                      <a:pt x="24" y="2"/>
                    </a:cubicBezTo>
                    <a:cubicBezTo>
                      <a:pt x="20" y="3"/>
                      <a:pt x="14" y="5"/>
                      <a:pt x="10" y="7"/>
                    </a:cubicBezTo>
                    <a:cubicBezTo>
                      <a:pt x="8" y="9"/>
                      <a:pt x="2" y="17"/>
                      <a:pt x="0" y="44"/>
                    </a:cubicBezTo>
                    <a:cubicBezTo>
                      <a:pt x="0" y="53"/>
                      <a:pt x="1" y="69"/>
                      <a:pt x="1" y="69"/>
                    </a:cubicBezTo>
                    <a:cubicBezTo>
                      <a:pt x="2" y="73"/>
                      <a:pt x="3" y="77"/>
                      <a:pt x="7" y="77"/>
                    </a:cubicBezTo>
                    <a:cubicBezTo>
                      <a:pt x="12" y="77"/>
                      <a:pt x="14" y="74"/>
                      <a:pt x="14" y="70"/>
                    </a:cubicBezTo>
                    <a:cubicBezTo>
                      <a:pt x="14" y="70"/>
                      <a:pt x="13" y="56"/>
                      <a:pt x="14" y="45"/>
                    </a:cubicBezTo>
                    <a:cubicBezTo>
                      <a:pt x="14" y="36"/>
                      <a:pt x="16" y="23"/>
                      <a:pt x="18" y="23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65"/>
                      <a:pt x="18" y="65"/>
                      <a:pt x="18" y="65"/>
                    </a:cubicBezTo>
                    <a:cubicBezTo>
                      <a:pt x="18" y="67"/>
                      <a:pt x="18" y="69"/>
                      <a:pt x="18" y="70"/>
                    </a:cubicBezTo>
                    <a:cubicBezTo>
                      <a:pt x="18" y="138"/>
                      <a:pt x="18" y="138"/>
                      <a:pt x="18" y="138"/>
                    </a:cubicBezTo>
                    <a:cubicBezTo>
                      <a:pt x="18" y="143"/>
                      <a:pt x="22" y="147"/>
                      <a:pt x="27" y="147"/>
                    </a:cubicBezTo>
                    <a:cubicBezTo>
                      <a:pt x="27" y="147"/>
                      <a:pt x="27" y="147"/>
                      <a:pt x="27" y="147"/>
                    </a:cubicBezTo>
                    <a:cubicBezTo>
                      <a:pt x="27" y="147"/>
                      <a:pt x="27" y="147"/>
                      <a:pt x="27" y="147"/>
                    </a:cubicBezTo>
                    <a:cubicBezTo>
                      <a:pt x="32" y="147"/>
                      <a:pt x="36" y="143"/>
                      <a:pt x="36" y="138"/>
                    </a:cubicBezTo>
                    <a:cubicBezTo>
                      <a:pt x="36" y="77"/>
                      <a:pt x="36" y="77"/>
                      <a:pt x="36" y="77"/>
                    </a:cubicBezTo>
                    <a:cubicBezTo>
                      <a:pt x="41" y="77"/>
                      <a:pt x="41" y="77"/>
                      <a:pt x="41" y="77"/>
                    </a:cubicBezTo>
                    <a:cubicBezTo>
                      <a:pt x="41" y="138"/>
                      <a:pt x="41" y="138"/>
                      <a:pt x="41" y="138"/>
                    </a:cubicBezTo>
                    <a:cubicBezTo>
                      <a:pt x="41" y="143"/>
                      <a:pt x="45" y="147"/>
                      <a:pt x="50" y="147"/>
                    </a:cubicBezTo>
                    <a:cubicBezTo>
                      <a:pt x="50" y="147"/>
                      <a:pt x="50" y="147"/>
                      <a:pt x="50" y="147"/>
                    </a:cubicBezTo>
                    <a:cubicBezTo>
                      <a:pt x="50" y="147"/>
                      <a:pt x="50" y="147"/>
                      <a:pt x="50" y="147"/>
                    </a:cubicBezTo>
                    <a:cubicBezTo>
                      <a:pt x="55" y="147"/>
                      <a:pt x="59" y="143"/>
                      <a:pt x="59" y="138"/>
                    </a:cubicBezTo>
                    <a:cubicBezTo>
                      <a:pt x="59" y="70"/>
                      <a:pt x="59" y="70"/>
                      <a:pt x="59" y="70"/>
                    </a:cubicBezTo>
                    <a:cubicBezTo>
                      <a:pt x="60" y="69"/>
                      <a:pt x="60" y="67"/>
                      <a:pt x="60" y="65"/>
                    </a:cubicBezTo>
                    <a:cubicBezTo>
                      <a:pt x="60" y="29"/>
                      <a:pt x="60" y="29"/>
                      <a:pt x="60" y="29"/>
                    </a:cubicBezTo>
                    <a:cubicBezTo>
                      <a:pt x="60" y="29"/>
                      <a:pt x="60" y="30"/>
                      <a:pt x="61" y="31"/>
                    </a:cubicBezTo>
                    <a:cubicBezTo>
                      <a:pt x="63" y="35"/>
                      <a:pt x="65" y="40"/>
                      <a:pt x="67" y="43"/>
                    </a:cubicBezTo>
                    <a:cubicBezTo>
                      <a:pt x="68" y="45"/>
                      <a:pt x="69" y="46"/>
                      <a:pt x="70" y="48"/>
                    </a:cubicBezTo>
                    <a:cubicBezTo>
                      <a:pt x="70" y="48"/>
                      <a:pt x="71" y="49"/>
                      <a:pt x="71" y="50"/>
                    </a:cubicBezTo>
                    <a:cubicBezTo>
                      <a:pt x="71" y="50"/>
                      <a:pt x="72" y="50"/>
                      <a:pt x="72" y="51"/>
                    </a:cubicBezTo>
                    <a:cubicBezTo>
                      <a:pt x="73" y="51"/>
                      <a:pt x="74" y="52"/>
                      <a:pt x="75" y="52"/>
                    </a:cubicBezTo>
                    <a:cubicBezTo>
                      <a:pt x="75" y="52"/>
                      <a:pt x="75" y="52"/>
                      <a:pt x="75" y="52"/>
                    </a:cubicBezTo>
                    <a:cubicBezTo>
                      <a:pt x="76" y="52"/>
                      <a:pt x="76" y="52"/>
                      <a:pt x="77" y="52"/>
                    </a:cubicBezTo>
                    <a:cubicBezTo>
                      <a:pt x="77" y="53"/>
                      <a:pt x="78" y="53"/>
                      <a:pt x="78" y="53"/>
                    </a:cubicBezTo>
                    <a:cubicBezTo>
                      <a:pt x="79" y="53"/>
                      <a:pt x="80" y="52"/>
                      <a:pt x="81" y="52"/>
                    </a:cubicBezTo>
                    <a:cubicBezTo>
                      <a:pt x="85" y="52"/>
                      <a:pt x="89" y="51"/>
                      <a:pt x="93" y="51"/>
                    </a:cubicBezTo>
                    <a:cubicBezTo>
                      <a:pt x="97" y="50"/>
                      <a:pt x="100" y="49"/>
                      <a:pt x="100" y="49"/>
                    </a:cubicBezTo>
                    <a:cubicBezTo>
                      <a:pt x="104" y="48"/>
                      <a:pt x="106" y="45"/>
                      <a:pt x="106" y="41"/>
                    </a:cubicBezTo>
                    <a:cubicBezTo>
                      <a:pt x="105" y="37"/>
                      <a:pt x="101" y="35"/>
                      <a:pt x="97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38" name="Freeform 12"/>
              <p:cNvSpPr/>
              <p:nvPr/>
            </p:nvSpPr>
            <p:spPr bwMode="auto">
              <a:xfrm>
                <a:off x="9771063" y="2613025"/>
                <a:ext cx="219075" cy="339725"/>
              </a:xfrm>
              <a:custGeom>
                <a:avLst/>
                <a:gdLst>
                  <a:gd name="T0" fmla="*/ 33 w 58"/>
                  <a:gd name="T1" fmla="*/ 41 h 90"/>
                  <a:gd name="T2" fmla="*/ 32 w 58"/>
                  <a:gd name="T3" fmla="*/ 40 h 90"/>
                  <a:gd name="T4" fmla="*/ 24 w 58"/>
                  <a:gd name="T5" fmla="*/ 37 h 90"/>
                  <a:gd name="T6" fmla="*/ 23 w 58"/>
                  <a:gd name="T7" fmla="*/ 36 h 90"/>
                  <a:gd name="T8" fmla="*/ 17 w 58"/>
                  <a:gd name="T9" fmla="*/ 32 h 90"/>
                  <a:gd name="T10" fmla="*/ 18 w 58"/>
                  <a:gd name="T11" fmla="*/ 24 h 90"/>
                  <a:gd name="T12" fmla="*/ 28 w 58"/>
                  <a:gd name="T13" fmla="*/ 20 h 90"/>
                  <a:gd name="T14" fmla="*/ 48 w 58"/>
                  <a:gd name="T15" fmla="*/ 27 h 90"/>
                  <a:gd name="T16" fmla="*/ 56 w 58"/>
                  <a:gd name="T17" fmla="*/ 24 h 90"/>
                  <a:gd name="T18" fmla="*/ 56 w 58"/>
                  <a:gd name="T19" fmla="*/ 18 h 90"/>
                  <a:gd name="T20" fmla="*/ 38 w 58"/>
                  <a:gd name="T21" fmla="*/ 10 h 90"/>
                  <a:gd name="T22" fmla="*/ 33 w 58"/>
                  <a:gd name="T23" fmla="*/ 9 h 90"/>
                  <a:gd name="T24" fmla="*/ 33 w 58"/>
                  <a:gd name="T25" fmla="*/ 2 h 90"/>
                  <a:gd name="T26" fmla="*/ 31 w 58"/>
                  <a:gd name="T27" fmla="*/ 0 h 90"/>
                  <a:gd name="T28" fmla="*/ 25 w 58"/>
                  <a:gd name="T29" fmla="*/ 0 h 90"/>
                  <a:gd name="T30" fmla="*/ 23 w 58"/>
                  <a:gd name="T31" fmla="*/ 2 h 90"/>
                  <a:gd name="T32" fmla="*/ 23 w 58"/>
                  <a:gd name="T33" fmla="*/ 9 h 90"/>
                  <a:gd name="T34" fmla="*/ 8 w 58"/>
                  <a:gd name="T35" fmla="*/ 15 h 90"/>
                  <a:gd name="T36" fmla="*/ 4 w 58"/>
                  <a:gd name="T37" fmla="*/ 37 h 90"/>
                  <a:gd name="T38" fmla="*/ 11 w 58"/>
                  <a:gd name="T39" fmla="*/ 45 h 90"/>
                  <a:gd name="T40" fmla="*/ 32 w 58"/>
                  <a:gd name="T41" fmla="*/ 54 h 90"/>
                  <a:gd name="T42" fmla="*/ 35 w 58"/>
                  <a:gd name="T43" fmla="*/ 56 h 90"/>
                  <a:gd name="T44" fmla="*/ 40 w 58"/>
                  <a:gd name="T45" fmla="*/ 60 h 90"/>
                  <a:gd name="T46" fmla="*/ 39 w 58"/>
                  <a:gd name="T47" fmla="*/ 68 h 90"/>
                  <a:gd name="T48" fmla="*/ 30 w 58"/>
                  <a:gd name="T49" fmla="*/ 71 h 90"/>
                  <a:gd name="T50" fmla="*/ 20 w 58"/>
                  <a:gd name="T51" fmla="*/ 69 h 90"/>
                  <a:gd name="T52" fmla="*/ 14 w 58"/>
                  <a:gd name="T53" fmla="*/ 65 h 90"/>
                  <a:gd name="T54" fmla="*/ 13 w 58"/>
                  <a:gd name="T55" fmla="*/ 64 h 90"/>
                  <a:gd name="T56" fmla="*/ 13 w 58"/>
                  <a:gd name="T57" fmla="*/ 64 h 90"/>
                  <a:gd name="T58" fmla="*/ 13 w 58"/>
                  <a:gd name="T59" fmla="*/ 64 h 90"/>
                  <a:gd name="T60" fmla="*/ 13 w 58"/>
                  <a:gd name="T61" fmla="*/ 64 h 90"/>
                  <a:gd name="T62" fmla="*/ 9 w 58"/>
                  <a:gd name="T63" fmla="*/ 62 h 90"/>
                  <a:gd name="T64" fmla="*/ 2 w 58"/>
                  <a:gd name="T65" fmla="*/ 66 h 90"/>
                  <a:gd name="T66" fmla="*/ 2 w 58"/>
                  <a:gd name="T67" fmla="*/ 71 h 90"/>
                  <a:gd name="T68" fmla="*/ 23 w 58"/>
                  <a:gd name="T69" fmla="*/ 82 h 90"/>
                  <a:gd name="T70" fmla="*/ 23 w 58"/>
                  <a:gd name="T71" fmla="*/ 89 h 90"/>
                  <a:gd name="T72" fmla="*/ 25 w 58"/>
                  <a:gd name="T73" fmla="*/ 90 h 90"/>
                  <a:gd name="T74" fmla="*/ 31 w 58"/>
                  <a:gd name="T75" fmla="*/ 90 h 90"/>
                  <a:gd name="T76" fmla="*/ 33 w 58"/>
                  <a:gd name="T77" fmla="*/ 89 h 90"/>
                  <a:gd name="T78" fmla="*/ 33 w 58"/>
                  <a:gd name="T79" fmla="*/ 82 h 90"/>
                  <a:gd name="T80" fmla="*/ 49 w 58"/>
                  <a:gd name="T81" fmla="*/ 77 h 90"/>
                  <a:gd name="T82" fmla="*/ 55 w 58"/>
                  <a:gd name="T83" fmla="*/ 56 h 90"/>
                  <a:gd name="T84" fmla="*/ 33 w 58"/>
                  <a:gd name="T85" fmla="*/ 41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8" h="90">
                    <a:moveTo>
                      <a:pt x="33" y="41"/>
                    </a:moveTo>
                    <a:cubicBezTo>
                      <a:pt x="32" y="40"/>
                      <a:pt x="32" y="40"/>
                      <a:pt x="32" y="40"/>
                    </a:cubicBezTo>
                    <a:cubicBezTo>
                      <a:pt x="29" y="39"/>
                      <a:pt x="25" y="37"/>
                      <a:pt x="24" y="37"/>
                    </a:cubicBezTo>
                    <a:cubicBezTo>
                      <a:pt x="24" y="37"/>
                      <a:pt x="23" y="36"/>
                      <a:pt x="23" y="36"/>
                    </a:cubicBezTo>
                    <a:cubicBezTo>
                      <a:pt x="20" y="35"/>
                      <a:pt x="19" y="34"/>
                      <a:pt x="17" y="32"/>
                    </a:cubicBezTo>
                    <a:cubicBezTo>
                      <a:pt x="15" y="29"/>
                      <a:pt x="16" y="26"/>
                      <a:pt x="18" y="24"/>
                    </a:cubicBezTo>
                    <a:cubicBezTo>
                      <a:pt x="21" y="21"/>
                      <a:pt x="25" y="20"/>
                      <a:pt x="28" y="20"/>
                    </a:cubicBezTo>
                    <a:cubicBezTo>
                      <a:pt x="30" y="20"/>
                      <a:pt x="38" y="19"/>
                      <a:pt x="48" y="27"/>
                    </a:cubicBezTo>
                    <a:cubicBezTo>
                      <a:pt x="50" y="29"/>
                      <a:pt x="54" y="26"/>
                      <a:pt x="56" y="24"/>
                    </a:cubicBezTo>
                    <a:cubicBezTo>
                      <a:pt x="57" y="22"/>
                      <a:pt x="57" y="20"/>
                      <a:pt x="56" y="18"/>
                    </a:cubicBezTo>
                    <a:cubicBezTo>
                      <a:pt x="53" y="14"/>
                      <a:pt x="43" y="11"/>
                      <a:pt x="38" y="10"/>
                    </a:cubicBezTo>
                    <a:cubicBezTo>
                      <a:pt x="37" y="9"/>
                      <a:pt x="35" y="9"/>
                      <a:pt x="33" y="9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3" y="1"/>
                      <a:pt x="32" y="0"/>
                      <a:pt x="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4" y="0"/>
                      <a:pt x="23" y="1"/>
                      <a:pt x="23" y="2"/>
                    </a:cubicBezTo>
                    <a:cubicBezTo>
                      <a:pt x="23" y="9"/>
                      <a:pt x="23" y="9"/>
                      <a:pt x="23" y="9"/>
                    </a:cubicBezTo>
                    <a:cubicBezTo>
                      <a:pt x="17" y="10"/>
                      <a:pt x="12" y="12"/>
                      <a:pt x="8" y="15"/>
                    </a:cubicBezTo>
                    <a:cubicBezTo>
                      <a:pt x="2" y="21"/>
                      <a:pt x="0" y="30"/>
                      <a:pt x="4" y="37"/>
                    </a:cubicBezTo>
                    <a:cubicBezTo>
                      <a:pt x="5" y="40"/>
                      <a:pt x="8" y="43"/>
                      <a:pt x="11" y="45"/>
                    </a:cubicBezTo>
                    <a:cubicBezTo>
                      <a:pt x="14" y="46"/>
                      <a:pt x="26" y="52"/>
                      <a:pt x="32" y="54"/>
                    </a:cubicBezTo>
                    <a:cubicBezTo>
                      <a:pt x="35" y="56"/>
                      <a:pt x="35" y="56"/>
                      <a:pt x="35" y="56"/>
                    </a:cubicBezTo>
                    <a:cubicBezTo>
                      <a:pt x="37" y="57"/>
                      <a:pt x="39" y="58"/>
                      <a:pt x="40" y="60"/>
                    </a:cubicBezTo>
                    <a:cubicBezTo>
                      <a:pt x="42" y="63"/>
                      <a:pt x="41" y="66"/>
                      <a:pt x="39" y="68"/>
                    </a:cubicBezTo>
                    <a:cubicBezTo>
                      <a:pt x="37" y="70"/>
                      <a:pt x="34" y="71"/>
                      <a:pt x="30" y="71"/>
                    </a:cubicBezTo>
                    <a:cubicBezTo>
                      <a:pt x="27" y="71"/>
                      <a:pt x="24" y="70"/>
                      <a:pt x="20" y="69"/>
                    </a:cubicBezTo>
                    <a:cubicBezTo>
                      <a:pt x="18" y="68"/>
                      <a:pt x="16" y="67"/>
                      <a:pt x="14" y="65"/>
                    </a:cubicBezTo>
                    <a:cubicBezTo>
                      <a:pt x="14" y="65"/>
                      <a:pt x="13" y="65"/>
                      <a:pt x="13" y="64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12" y="62"/>
                      <a:pt x="10" y="62"/>
                      <a:pt x="9" y="62"/>
                    </a:cubicBezTo>
                    <a:cubicBezTo>
                      <a:pt x="6" y="62"/>
                      <a:pt x="3" y="64"/>
                      <a:pt x="2" y="66"/>
                    </a:cubicBezTo>
                    <a:cubicBezTo>
                      <a:pt x="1" y="68"/>
                      <a:pt x="1" y="70"/>
                      <a:pt x="2" y="71"/>
                    </a:cubicBezTo>
                    <a:cubicBezTo>
                      <a:pt x="6" y="77"/>
                      <a:pt x="14" y="81"/>
                      <a:pt x="23" y="82"/>
                    </a:cubicBezTo>
                    <a:cubicBezTo>
                      <a:pt x="23" y="89"/>
                      <a:pt x="23" y="89"/>
                      <a:pt x="23" y="89"/>
                    </a:cubicBezTo>
                    <a:cubicBezTo>
                      <a:pt x="23" y="90"/>
                      <a:pt x="24" y="90"/>
                      <a:pt x="25" y="90"/>
                    </a:cubicBezTo>
                    <a:cubicBezTo>
                      <a:pt x="31" y="90"/>
                      <a:pt x="31" y="90"/>
                      <a:pt x="31" y="90"/>
                    </a:cubicBezTo>
                    <a:cubicBezTo>
                      <a:pt x="32" y="90"/>
                      <a:pt x="33" y="90"/>
                      <a:pt x="33" y="89"/>
                    </a:cubicBezTo>
                    <a:cubicBezTo>
                      <a:pt x="33" y="82"/>
                      <a:pt x="33" y="82"/>
                      <a:pt x="33" y="82"/>
                    </a:cubicBezTo>
                    <a:cubicBezTo>
                      <a:pt x="40" y="82"/>
                      <a:pt x="46" y="80"/>
                      <a:pt x="49" y="77"/>
                    </a:cubicBezTo>
                    <a:cubicBezTo>
                      <a:pt x="55" y="72"/>
                      <a:pt x="58" y="63"/>
                      <a:pt x="55" y="56"/>
                    </a:cubicBezTo>
                    <a:cubicBezTo>
                      <a:pt x="52" y="48"/>
                      <a:pt x="41" y="44"/>
                      <a:pt x="33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39" name="组合 38"/>
          <p:cNvGrpSpPr/>
          <p:nvPr/>
        </p:nvGrpSpPr>
        <p:grpSpPr>
          <a:xfrm>
            <a:off x="6497531" y="2376011"/>
            <a:ext cx="1196276" cy="1196275"/>
            <a:chOff x="6497531" y="1868011"/>
            <a:chExt cx="1196276" cy="1196274"/>
          </a:xfrm>
        </p:grpSpPr>
        <p:sp>
          <p:nvSpPr>
            <p:cNvPr id="40" name="Teardrop 40"/>
            <p:cNvSpPr/>
            <p:nvPr/>
          </p:nvSpPr>
          <p:spPr>
            <a:xfrm>
              <a:off x="6497531" y="1868011"/>
              <a:ext cx="1196276" cy="1196274"/>
            </a:xfrm>
            <a:prstGeom prst="teardrop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grpSp>
          <p:nvGrpSpPr>
            <p:cNvPr id="41" name="Group 30"/>
            <p:cNvGrpSpPr>
              <a:grpSpLocks noChangeAspect="1"/>
            </p:cNvGrpSpPr>
            <p:nvPr/>
          </p:nvGrpSpPr>
          <p:grpSpPr bwMode="auto">
            <a:xfrm>
              <a:off x="6803608" y="2159197"/>
              <a:ext cx="671337" cy="481838"/>
              <a:chOff x="3670" y="2036"/>
              <a:chExt cx="581" cy="417"/>
            </a:xfrm>
          </p:grpSpPr>
          <p:sp>
            <p:nvSpPr>
              <p:cNvPr id="42" name="Oval 31"/>
              <p:cNvSpPr>
                <a:spLocks noChangeArrowheads="1"/>
              </p:cNvSpPr>
              <p:nvPr/>
            </p:nvSpPr>
            <p:spPr bwMode="auto">
              <a:xfrm>
                <a:off x="3919" y="2251"/>
                <a:ext cx="82" cy="8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3" name="Freeform 32"/>
              <p:cNvSpPr/>
              <p:nvPr/>
            </p:nvSpPr>
            <p:spPr bwMode="auto">
              <a:xfrm>
                <a:off x="3887" y="2337"/>
                <a:ext cx="147" cy="116"/>
              </a:xfrm>
              <a:custGeom>
                <a:avLst/>
                <a:gdLst>
                  <a:gd name="T0" fmla="*/ 27 w 36"/>
                  <a:gd name="T1" fmla="*/ 0 h 28"/>
                  <a:gd name="T2" fmla="*/ 18 w 36"/>
                  <a:gd name="T3" fmla="*/ 11 h 28"/>
                  <a:gd name="T4" fmla="*/ 9 w 36"/>
                  <a:gd name="T5" fmla="*/ 0 h 28"/>
                  <a:gd name="T6" fmla="*/ 0 w 36"/>
                  <a:gd name="T7" fmla="*/ 18 h 28"/>
                  <a:gd name="T8" fmla="*/ 1 w 36"/>
                  <a:gd name="T9" fmla="*/ 26 h 28"/>
                  <a:gd name="T10" fmla="*/ 18 w 36"/>
                  <a:gd name="T11" fmla="*/ 28 h 28"/>
                  <a:gd name="T12" fmla="*/ 35 w 36"/>
                  <a:gd name="T13" fmla="*/ 26 h 28"/>
                  <a:gd name="T14" fmla="*/ 36 w 36"/>
                  <a:gd name="T15" fmla="*/ 18 h 28"/>
                  <a:gd name="T16" fmla="*/ 27 w 36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" h="28">
                    <a:moveTo>
                      <a:pt x="27" y="0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4"/>
                      <a:pt x="0" y="11"/>
                      <a:pt x="0" y="18"/>
                    </a:cubicBezTo>
                    <a:cubicBezTo>
                      <a:pt x="0" y="21"/>
                      <a:pt x="0" y="23"/>
                      <a:pt x="1" y="26"/>
                    </a:cubicBezTo>
                    <a:cubicBezTo>
                      <a:pt x="6" y="27"/>
                      <a:pt x="12" y="28"/>
                      <a:pt x="18" y="28"/>
                    </a:cubicBezTo>
                    <a:cubicBezTo>
                      <a:pt x="24" y="28"/>
                      <a:pt x="30" y="27"/>
                      <a:pt x="35" y="26"/>
                    </a:cubicBezTo>
                    <a:cubicBezTo>
                      <a:pt x="36" y="23"/>
                      <a:pt x="36" y="21"/>
                      <a:pt x="36" y="18"/>
                    </a:cubicBezTo>
                    <a:cubicBezTo>
                      <a:pt x="36" y="11"/>
                      <a:pt x="33" y="4"/>
                      <a:pt x="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4" name="Oval 33"/>
              <p:cNvSpPr>
                <a:spLocks noChangeArrowheads="1"/>
              </p:cNvSpPr>
              <p:nvPr/>
            </p:nvSpPr>
            <p:spPr bwMode="auto">
              <a:xfrm>
                <a:off x="3707" y="2251"/>
                <a:ext cx="77" cy="8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5" name="Freeform 34"/>
              <p:cNvSpPr/>
              <p:nvPr/>
            </p:nvSpPr>
            <p:spPr bwMode="auto">
              <a:xfrm>
                <a:off x="3670" y="2337"/>
                <a:ext cx="151" cy="116"/>
              </a:xfrm>
              <a:custGeom>
                <a:avLst/>
                <a:gdLst>
                  <a:gd name="T0" fmla="*/ 28 w 37"/>
                  <a:gd name="T1" fmla="*/ 0 h 28"/>
                  <a:gd name="T2" fmla="*/ 19 w 37"/>
                  <a:gd name="T3" fmla="*/ 11 h 28"/>
                  <a:gd name="T4" fmla="*/ 9 w 37"/>
                  <a:gd name="T5" fmla="*/ 0 h 28"/>
                  <a:gd name="T6" fmla="*/ 0 w 37"/>
                  <a:gd name="T7" fmla="*/ 18 h 28"/>
                  <a:gd name="T8" fmla="*/ 1 w 37"/>
                  <a:gd name="T9" fmla="*/ 26 h 28"/>
                  <a:gd name="T10" fmla="*/ 19 w 37"/>
                  <a:gd name="T11" fmla="*/ 28 h 28"/>
                  <a:gd name="T12" fmla="*/ 36 w 37"/>
                  <a:gd name="T13" fmla="*/ 26 h 28"/>
                  <a:gd name="T14" fmla="*/ 37 w 37"/>
                  <a:gd name="T15" fmla="*/ 18 h 28"/>
                  <a:gd name="T16" fmla="*/ 28 w 3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28">
                    <a:moveTo>
                      <a:pt x="28" y="0"/>
                    </a:moveTo>
                    <a:cubicBezTo>
                      <a:pt x="19" y="11"/>
                      <a:pt x="19" y="11"/>
                      <a:pt x="19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4"/>
                      <a:pt x="0" y="11"/>
                      <a:pt x="0" y="18"/>
                    </a:cubicBezTo>
                    <a:cubicBezTo>
                      <a:pt x="0" y="21"/>
                      <a:pt x="1" y="23"/>
                      <a:pt x="1" y="26"/>
                    </a:cubicBezTo>
                    <a:cubicBezTo>
                      <a:pt x="7" y="27"/>
                      <a:pt x="12" y="28"/>
                      <a:pt x="19" y="28"/>
                    </a:cubicBezTo>
                    <a:cubicBezTo>
                      <a:pt x="25" y="28"/>
                      <a:pt x="31" y="27"/>
                      <a:pt x="36" y="26"/>
                    </a:cubicBezTo>
                    <a:cubicBezTo>
                      <a:pt x="37" y="23"/>
                      <a:pt x="37" y="21"/>
                      <a:pt x="37" y="18"/>
                    </a:cubicBezTo>
                    <a:cubicBezTo>
                      <a:pt x="37" y="11"/>
                      <a:pt x="33" y="4"/>
                      <a:pt x="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6" name="Oval 35"/>
              <p:cNvSpPr>
                <a:spLocks noChangeArrowheads="1"/>
              </p:cNvSpPr>
              <p:nvPr/>
            </p:nvSpPr>
            <p:spPr bwMode="auto">
              <a:xfrm>
                <a:off x="4136" y="2251"/>
                <a:ext cx="78" cy="8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7" name="Freeform 36"/>
              <p:cNvSpPr/>
              <p:nvPr/>
            </p:nvSpPr>
            <p:spPr bwMode="auto">
              <a:xfrm>
                <a:off x="4099" y="2337"/>
                <a:ext cx="152" cy="116"/>
              </a:xfrm>
              <a:custGeom>
                <a:avLst/>
                <a:gdLst>
                  <a:gd name="T0" fmla="*/ 28 w 37"/>
                  <a:gd name="T1" fmla="*/ 0 h 28"/>
                  <a:gd name="T2" fmla="*/ 18 w 37"/>
                  <a:gd name="T3" fmla="*/ 11 h 28"/>
                  <a:gd name="T4" fmla="*/ 9 w 37"/>
                  <a:gd name="T5" fmla="*/ 0 h 28"/>
                  <a:gd name="T6" fmla="*/ 0 w 37"/>
                  <a:gd name="T7" fmla="*/ 18 h 28"/>
                  <a:gd name="T8" fmla="*/ 1 w 37"/>
                  <a:gd name="T9" fmla="*/ 26 h 28"/>
                  <a:gd name="T10" fmla="*/ 18 w 37"/>
                  <a:gd name="T11" fmla="*/ 28 h 28"/>
                  <a:gd name="T12" fmla="*/ 36 w 37"/>
                  <a:gd name="T13" fmla="*/ 26 h 28"/>
                  <a:gd name="T14" fmla="*/ 37 w 37"/>
                  <a:gd name="T15" fmla="*/ 18 h 28"/>
                  <a:gd name="T16" fmla="*/ 28 w 3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28">
                    <a:moveTo>
                      <a:pt x="28" y="0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4"/>
                      <a:pt x="0" y="11"/>
                      <a:pt x="0" y="18"/>
                    </a:cubicBezTo>
                    <a:cubicBezTo>
                      <a:pt x="0" y="21"/>
                      <a:pt x="0" y="23"/>
                      <a:pt x="1" y="26"/>
                    </a:cubicBezTo>
                    <a:cubicBezTo>
                      <a:pt x="6" y="27"/>
                      <a:pt x="12" y="28"/>
                      <a:pt x="18" y="28"/>
                    </a:cubicBezTo>
                    <a:cubicBezTo>
                      <a:pt x="25" y="28"/>
                      <a:pt x="30" y="27"/>
                      <a:pt x="36" y="26"/>
                    </a:cubicBezTo>
                    <a:cubicBezTo>
                      <a:pt x="36" y="23"/>
                      <a:pt x="37" y="21"/>
                      <a:pt x="37" y="18"/>
                    </a:cubicBezTo>
                    <a:cubicBezTo>
                      <a:pt x="37" y="11"/>
                      <a:pt x="33" y="4"/>
                      <a:pt x="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8" name="Oval 37"/>
              <p:cNvSpPr>
                <a:spLocks noChangeArrowheads="1"/>
              </p:cNvSpPr>
              <p:nvPr/>
            </p:nvSpPr>
            <p:spPr bwMode="auto">
              <a:xfrm>
                <a:off x="3813" y="2036"/>
                <a:ext cx="82" cy="8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49" name="Freeform 38"/>
              <p:cNvSpPr/>
              <p:nvPr/>
            </p:nvSpPr>
            <p:spPr bwMode="auto">
              <a:xfrm>
                <a:off x="3776" y="2123"/>
                <a:ext cx="152" cy="115"/>
              </a:xfrm>
              <a:custGeom>
                <a:avLst/>
                <a:gdLst>
                  <a:gd name="T0" fmla="*/ 28 w 37"/>
                  <a:gd name="T1" fmla="*/ 0 h 28"/>
                  <a:gd name="T2" fmla="*/ 19 w 37"/>
                  <a:gd name="T3" fmla="*/ 11 h 28"/>
                  <a:gd name="T4" fmla="*/ 9 w 37"/>
                  <a:gd name="T5" fmla="*/ 0 h 28"/>
                  <a:gd name="T6" fmla="*/ 0 w 37"/>
                  <a:gd name="T7" fmla="*/ 18 h 28"/>
                  <a:gd name="T8" fmla="*/ 2 w 37"/>
                  <a:gd name="T9" fmla="*/ 26 h 28"/>
                  <a:gd name="T10" fmla="*/ 19 w 37"/>
                  <a:gd name="T11" fmla="*/ 28 h 28"/>
                  <a:gd name="T12" fmla="*/ 36 w 37"/>
                  <a:gd name="T13" fmla="*/ 26 h 28"/>
                  <a:gd name="T14" fmla="*/ 37 w 37"/>
                  <a:gd name="T15" fmla="*/ 18 h 28"/>
                  <a:gd name="T16" fmla="*/ 28 w 3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28">
                    <a:moveTo>
                      <a:pt x="28" y="0"/>
                    </a:moveTo>
                    <a:cubicBezTo>
                      <a:pt x="19" y="11"/>
                      <a:pt x="19" y="11"/>
                      <a:pt x="19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" y="4"/>
                      <a:pt x="0" y="11"/>
                      <a:pt x="0" y="18"/>
                    </a:cubicBezTo>
                    <a:cubicBezTo>
                      <a:pt x="0" y="21"/>
                      <a:pt x="1" y="23"/>
                      <a:pt x="2" y="26"/>
                    </a:cubicBezTo>
                    <a:cubicBezTo>
                      <a:pt x="7" y="27"/>
                      <a:pt x="13" y="28"/>
                      <a:pt x="19" y="28"/>
                    </a:cubicBezTo>
                    <a:cubicBezTo>
                      <a:pt x="25" y="28"/>
                      <a:pt x="31" y="27"/>
                      <a:pt x="36" y="26"/>
                    </a:cubicBezTo>
                    <a:cubicBezTo>
                      <a:pt x="37" y="23"/>
                      <a:pt x="37" y="21"/>
                      <a:pt x="37" y="18"/>
                    </a:cubicBezTo>
                    <a:cubicBezTo>
                      <a:pt x="37" y="11"/>
                      <a:pt x="34" y="4"/>
                      <a:pt x="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50" name="Oval 39"/>
              <p:cNvSpPr>
                <a:spLocks noChangeArrowheads="1"/>
              </p:cNvSpPr>
              <p:nvPr/>
            </p:nvSpPr>
            <p:spPr bwMode="auto">
              <a:xfrm>
                <a:off x="4026" y="2036"/>
                <a:ext cx="82" cy="8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51" name="Freeform 40"/>
              <p:cNvSpPr/>
              <p:nvPr/>
            </p:nvSpPr>
            <p:spPr bwMode="auto">
              <a:xfrm>
                <a:off x="3993" y="2123"/>
                <a:ext cx="151" cy="115"/>
              </a:xfrm>
              <a:custGeom>
                <a:avLst/>
                <a:gdLst>
                  <a:gd name="T0" fmla="*/ 28 w 37"/>
                  <a:gd name="T1" fmla="*/ 0 h 28"/>
                  <a:gd name="T2" fmla="*/ 18 w 37"/>
                  <a:gd name="T3" fmla="*/ 11 h 28"/>
                  <a:gd name="T4" fmla="*/ 9 w 37"/>
                  <a:gd name="T5" fmla="*/ 0 h 28"/>
                  <a:gd name="T6" fmla="*/ 0 w 37"/>
                  <a:gd name="T7" fmla="*/ 18 h 28"/>
                  <a:gd name="T8" fmla="*/ 1 w 37"/>
                  <a:gd name="T9" fmla="*/ 26 h 28"/>
                  <a:gd name="T10" fmla="*/ 18 w 37"/>
                  <a:gd name="T11" fmla="*/ 28 h 28"/>
                  <a:gd name="T12" fmla="*/ 35 w 37"/>
                  <a:gd name="T13" fmla="*/ 26 h 28"/>
                  <a:gd name="T14" fmla="*/ 37 w 37"/>
                  <a:gd name="T15" fmla="*/ 18 h 28"/>
                  <a:gd name="T16" fmla="*/ 28 w 3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28">
                    <a:moveTo>
                      <a:pt x="28" y="0"/>
                    </a:moveTo>
                    <a:cubicBezTo>
                      <a:pt x="18" y="11"/>
                      <a:pt x="18" y="11"/>
                      <a:pt x="18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3" y="4"/>
                      <a:pt x="0" y="11"/>
                      <a:pt x="0" y="18"/>
                    </a:cubicBezTo>
                    <a:cubicBezTo>
                      <a:pt x="0" y="21"/>
                      <a:pt x="0" y="23"/>
                      <a:pt x="1" y="26"/>
                    </a:cubicBezTo>
                    <a:cubicBezTo>
                      <a:pt x="6" y="27"/>
                      <a:pt x="12" y="28"/>
                      <a:pt x="18" y="28"/>
                    </a:cubicBezTo>
                    <a:cubicBezTo>
                      <a:pt x="24" y="28"/>
                      <a:pt x="30" y="27"/>
                      <a:pt x="35" y="26"/>
                    </a:cubicBezTo>
                    <a:cubicBezTo>
                      <a:pt x="36" y="23"/>
                      <a:pt x="37" y="21"/>
                      <a:pt x="37" y="18"/>
                    </a:cubicBezTo>
                    <a:cubicBezTo>
                      <a:pt x="37" y="11"/>
                      <a:pt x="33" y="4"/>
                      <a:pt x="2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grpSp>
        <p:nvGrpSpPr>
          <p:cNvPr id="52" name="组合 51"/>
          <p:cNvGrpSpPr/>
          <p:nvPr/>
        </p:nvGrpSpPr>
        <p:grpSpPr>
          <a:xfrm>
            <a:off x="8679546" y="3231665"/>
            <a:ext cx="1196276" cy="1196275"/>
            <a:chOff x="8679545" y="2723665"/>
            <a:chExt cx="1196276" cy="1196274"/>
          </a:xfrm>
        </p:grpSpPr>
        <p:sp>
          <p:nvSpPr>
            <p:cNvPr id="53" name="Teardrop 40"/>
            <p:cNvSpPr/>
            <p:nvPr/>
          </p:nvSpPr>
          <p:spPr>
            <a:xfrm>
              <a:off x="8679545" y="2723665"/>
              <a:ext cx="1196276" cy="1196274"/>
            </a:xfrm>
            <a:prstGeom prst="teardrop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9098807" y="3037776"/>
              <a:ext cx="433949" cy="491850"/>
              <a:chOff x="2471074" y="6170447"/>
              <a:chExt cx="1106488" cy="1254125"/>
            </a:xfrm>
            <a:solidFill>
              <a:schemeClr val="bg1"/>
            </a:solidFill>
          </p:grpSpPr>
          <p:sp>
            <p:nvSpPr>
              <p:cNvPr id="55" name="Freeform 11"/>
              <p:cNvSpPr/>
              <p:nvPr/>
            </p:nvSpPr>
            <p:spPr bwMode="auto">
              <a:xfrm>
                <a:off x="2471074" y="6843547"/>
                <a:ext cx="1106488" cy="581025"/>
              </a:xfrm>
              <a:custGeom>
                <a:avLst/>
                <a:gdLst>
                  <a:gd name="T0" fmla="*/ 0 w 38"/>
                  <a:gd name="T1" fmla="*/ 9 h 19"/>
                  <a:gd name="T2" fmla="*/ 4 w 38"/>
                  <a:gd name="T3" fmla="*/ 2 h 19"/>
                  <a:gd name="T4" fmla="*/ 12 w 38"/>
                  <a:gd name="T5" fmla="*/ 0 h 19"/>
                  <a:gd name="T6" fmla="*/ 19 w 38"/>
                  <a:gd name="T7" fmla="*/ 17 h 19"/>
                  <a:gd name="T8" fmla="*/ 26 w 38"/>
                  <a:gd name="T9" fmla="*/ 0 h 19"/>
                  <a:gd name="T10" fmla="*/ 34 w 38"/>
                  <a:gd name="T11" fmla="*/ 2 h 19"/>
                  <a:gd name="T12" fmla="*/ 38 w 38"/>
                  <a:gd name="T13" fmla="*/ 9 h 19"/>
                  <a:gd name="T14" fmla="*/ 38 w 38"/>
                  <a:gd name="T15" fmla="*/ 19 h 19"/>
                  <a:gd name="T16" fmla="*/ 19 w 38"/>
                  <a:gd name="T17" fmla="*/ 19 h 19"/>
                  <a:gd name="T18" fmla="*/ 0 w 38"/>
                  <a:gd name="T19" fmla="*/ 19 h 19"/>
                  <a:gd name="T20" fmla="*/ 0 w 38"/>
                  <a:gd name="T21" fmla="*/ 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" h="19">
                    <a:moveTo>
                      <a:pt x="0" y="9"/>
                    </a:moveTo>
                    <a:cubicBezTo>
                      <a:pt x="0" y="6"/>
                      <a:pt x="1" y="3"/>
                      <a:pt x="4" y="2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9" y="17"/>
                      <a:pt x="19" y="17"/>
                      <a:pt x="19" y="17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6" y="3"/>
                      <a:pt x="38" y="6"/>
                      <a:pt x="38" y="9"/>
                    </a:cubicBezTo>
                    <a:cubicBezTo>
                      <a:pt x="38" y="19"/>
                      <a:pt x="38" y="19"/>
                      <a:pt x="38" y="19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0" y="9"/>
                      <a:pt x="0" y="9"/>
                      <a:pt x="0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56" name="Freeform 12"/>
              <p:cNvSpPr/>
              <p:nvPr/>
            </p:nvSpPr>
            <p:spPr bwMode="auto">
              <a:xfrm>
                <a:off x="2761587" y="6170447"/>
                <a:ext cx="495300" cy="611188"/>
              </a:xfrm>
              <a:custGeom>
                <a:avLst/>
                <a:gdLst>
                  <a:gd name="T0" fmla="*/ 9 w 17"/>
                  <a:gd name="T1" fmla="*/ 20 h 20"/>
                  <a:gd name="T2" fmla="*/ 3 w 17"/>
                  <a:gd name="T3" fmla="*/ 16 h 20"/>
                  <a:gd name="T4" fmla="*/ 1 w 17"/>
                  <a:gd name="T5" fmla="*/ 6 h 20"/>
                  <a:gd name="T6" fmla="*/ 9 w 17"/>
                  <a:gd name="T7" fmla="*/ 0 h 20"/>
                  <a:gd name="T8" fmla="*/ 16 w 17"/>
                  <a:gd name="T9" fmla="*/ 6 h 20"/>
                  <a:gd name="T10" fmla="*/ 15 w 17"/>
                  <a:gd name="T11" fmla="*/ 16 h 20"/>
                  <a:gd name="T12" fmla="*/ 9 w 17"/>
                  <a:gd name="T13" fmla="*/ 2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20">
                    <a:moveTo>
                      <a:pt x="9" y="20"/>
                    </a:moveTo>
                    <a:cubicBezTo>
                      <a:pt x="6" y="20"/>
                      <a:pt x="4" y="18"/>
                      <a:pt x="3" y="16"/>
                    </a:cubicBezTo>
                    <a:cubicBezTo>
                      <a:pt x="1" y="13"/>
                      <a:pt x="0" y="9"/>
                      <a:pt x="1" y="6"/>
                    </a:cubicBezTo>
                    <a:cubicBezTo>
                      <a:pt x="2" y="3"/>
                      <a:pt x="4" y="0"/>
                      <a:pt x="9" y="0"/>
                    </a:cubicBezTo>
                    <a:cubicBezTo>
                      <a:pt x="13" y="0"/>
                      <a:pt x="16" y="3"/>
                      <a:pt x="16" y="6"/>
                    </a:cubicBezTo>
                    <a:cubicBezTo>
                      <a:pt x="17" y="9"/>
                      <a:pt x="16" y="13"/>
                      <a:pt x="15" y="16"/>
                    </a:cubicBezTo>
                    <a:cubicBezTo>
                      <a:pt x="13" y="18"/>
                      <a:pt x="11" y="20"/>
                      <a:pt x="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57" name="Freeform 13"/>
              <p:cNvSpPr/>
              <p:nvPr/>
            </p:nvSpPr>
            <p:spPr bwMode="auto">
              <a:xfrm>
                <a:off x="2936212" y="6965785"/>
                <a:ext cx="174625" cy="396875"/>
              </a:xfrm>
              <a:custGeom>
                <a:avLst/>
                <a:gdLst>
                  <a:gd name="T0" fmla="*/ 37 w 110"/>
                  <a:gd name="T1" fmla="*/ 0 h 250"/>
                  <a:gd name="T2" fmla="*/ 74 w 110"/>
                  <a:gd name="T3" fmla="*/ 0 h 250"/>
                  <a:gd name="T4" fmla="*/ 110 w 110"/>
                  <a:gd name="T5" fmla="*/ 250 h 250"/>
                  <a:gd name="T6" fmla="*/ 0 w 110"/>
                  <a:gd name="T7" fmla="*/ 250 h 250"/>
                  <a:gd name="T8" fmla="*/ 37 w 110"/>
                  <a:gd name="T9" fmla="*/ 0 h 250"/>
                  <a:gd name="T10" fmla="*/ 37 w 110"/>
                  <a:gd name="T11" fmla="*/ 0 h 2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0" h="250">
                    <a:moveTo>
                      <a:pt x="37" y="0"/>
                    </a:moveTo>
                    <a:lnTo>
                      <a:pt x="74" y="0"/>
                    </a:lnTo>
                    <a:lnTo>
                      <a:pt x="110" y="250"/>
                    </a:lnTo>
                    <a:lnTo>
                      <a:pt x="0" y="250"/>
                    </a:lnTo>
                    <a:lnTo>
                      <a:pt x="37" y="0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  <p:sp>
            <p:nvSpPr>
              <p:cNvPr id="58" name="Oval 14"/>
              <p:cNvSpPr>
                <a:spLocks noChangeArrowheads="1"/>
              </p:cNvSpPr>
              <p:nvPr/>
            </p:nvSpPr>
            <p:spPr bwMode="auto">
              <a:xfrm>
                <a:off x="2936212" y="6843547"/>
                <a:ext cx="146050" cy="152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21920" tIns="60960" rIns="121920" bIns="60960" numCol="1" anchor="t" anchorCtr="0" compatLnSpc="1"/>
              <a:lstStyle/>
              <a:p>
                <a:endParaRPr lang="zh-CN" altLang="en-US" sz="2400"/>
              </a:p>
            </p:txBody>
          </p:sp>
        </p:grpSp>
      </p:grpSp>
      <p:sp>
        <p:nvSpPr>
          <p:cNvPr id="59" name="文本框 58"/>
          <p:cNvSpPr txBox="1"/>
          <p:nvPr/>
        </p:nvSpPr>
        <p:spPr>
          <a:xfrm>
            <a:off x="1809501" y="4141320"/>
            <a:ext cx="1704975" cy="68326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271622" y="4141320"/>
            <a:ext cx="1704975" cy="68326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047889" y="4996975"/>
            <a:ext cx="1704975" cy="68326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402934" y="4996975"/>
            <a:ext cx="1704975" cy="68326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请在此添加相关文字内容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5" grpId="0"/>
      <p:bldP spid="59" grpId="0"/>
      <p:bldP spid="60" grpId="0"/>
      <p:bldP spid="61" grpId="0"/>
      <p:bldP spid="6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25025" y="5150333"/>
            <a:ext cx="2562224" cy="1707667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4541098" y="1297353"/>
            <a:ext cx="3119967" cy="2199216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73835">
              <a:defRPr/>
            </a:pPr>
            <a:endParaRPr lang="zh-CN" altLang="en-US" sz="2135"/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2862581" y="3879216"/>
            <a:ext cx="6477000" cy="83099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800" b="1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在此输入过渡页标题</a:t>
            </a:r>
            <a:endParaRPr lang="zh-CN" altLang="en-US" sz="48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 Box 2"/>
          <p:cNvSpPr txBox="1">
            <a:spLocks noChangeArrowheads="1"/>
          </p:cNvSpPr>
          <p:nvPr/>
        </p:nvSpPr>
        <p:spPr bwMode="auto">
          <a:xfrm>
            <a:off x="2895389" y="4838067"/>
            <a:ext cx="6411384" cy="379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1865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点击录入此部分的内容及说明，简单扼要。</a:t>
            </a:r>
            <a:endParaRPr lang="zh-CN" altLang="en-US" sz="1865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Box 5"/>
          <p:cNvSpPr txBox="1">
            <a:spLocks noChangeArrowheads="1"/>
          </p:cNvSpPr>
          <p:nvPr/>
        </p:nvSpPr>
        <p:spPr bwMode="auto">
          <a:xfrm>
            <a:off x="5206446" y="1470919"/>
            <a:ext cx="1789272" cy="1897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等线" panose="02010600030101010101" charset="-122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11735" dirty="0" smtClean="0">
                <a:solidFill>
                  <a:schemeClr val="bg1"/>
                </a:solidFill>
                <a:latin typeface="Impact" panose="020B0806030902050204" pitchFamily="34" charset="0"/>
              </a:rPr>
              <a:t>04</a:t>
            </a:r>
            <a:endParaRPr lang="zh-CN" altLang="en-US" sz="11735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19"/>
          <a:stretch>
            <a:fillRect/>
          </a:stretch>
        </p:blipFill>
        <p:spPr>
          <a:xfrm>
            <a:off x="0" y="5783226"/>
            <a:ext cx="12192000" cy="10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800" tmFilter="0,0; .5, 1; 1, 1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44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2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267999" y="2140483"/>
            <a:ext cx="99360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35"/>
          </a:p>
        </p:txBody>
      </p:sp>
      <p:sp>
        <p:nvSpPr>
          <p:cNvPr id="7" name="燕尾形 6"/>
          <p:cNvSpPr/>
          <p:nvPr/>
        </p:nvSpPr>
        <p:spPr>
          <a:xfrm>
            <a:off x="1049783" y="1820441"/>
            <a:ext cx="685800" cy="6858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35">
              <a:solidFill>
                <a:schemeClr val="tx1"/>
              </a:solidFill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603876" y="1820441"/>
            <a:ext cx="685800" cy="685800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35">
              <a:solidFill>
                <a:schemeClr val="tx1"/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10608871" y="1820441"/>
            <a:ext cx="685800" cy="685800"/>
          </a:xfrm>
          <a:prstGeom prst="chevron">
            <a:avLst>
              <a:gd name="adj" fmla="val 7592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35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8339" y="2626227"/>
            <a:ext cx="894797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200">
              <a:defRPr/>
            </a:pPr>
            <a:r>
              <a:rPr lang="en-US" altLang="zh-CN" sz="1865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START!</a:t>
            </a:r>
            <a:endParaRPr lang="en-US" altLang="zh-CN" sz="1865" b="1" kern="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608873" y="2626227"/>
            <a:ext cx="923651" cy="379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219200">
              <a:defRPr/>
            </a:pPr>
            <a:r>
              <a:rPr lang="en-US" altLang="zh-CN" sz="1865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FINISH!</a:t>
            </a:r>
            <a:endParaRPr lang="en-US" altLang="zh-CN" sz="1865" b="1" kern="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2" name="组 12"/>
          <p:cNvGrpSpPr/>
          <p:nvPr/>
        </p:nvGrpSpPr>
        <p:grpSpPr>
          <a:xfrm>
            <a:off x="1635526" y="2030107"/>
            <a:ext cx="2188830" cy="4296526"/>
            <a:chOff x="1409837" y="1600200"/>
            <a:chExt cx="2188830" cy="4296525"/>
          </a:xfrm>
        </p:grpSpPr>
        <p:grpSp>
          <p:nvGrpSpPr>
            <p:cNvPr id="13" name="组 11"/>
            <p:cNvGrpSpPr/>
            <p:nvPr/>
          </p:nvGrpSpPr>
          <p:grpSpPr>
            <a:xfrm>
              <a:off x="1409837" y="1600200"/>
              <a:ext cx="2188830" cy="4296525"/>
              <a:chOff x="1644650" y="1600200"/>
              <a:chExt cx="1955800" cy="4296525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489316" y="1600200"/>
                <a:ext cx="266468" cy="30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  <p:sp>
            <p:nvSpPr>
              <p:cNvPr id="18" name="上箭头标注 17"/>
              <p:cNvSpPr/>
              <p:nvPr/>
            </p:nvSpPr>
            <p:spPr>
              <a:xfrm>
                <a:off x="1644650" y="1600200"/>
                <a:ext cx="1955800" cy="4296525"/>
              </a:xfrm>
              <a:prstGeom prst="upArrowCallout">
                <a:avLst>
                  <a:gd name="adj1" fmla="val 2597"/>
                  <a:gd name="adj2" fmla="val 2273"/>
                  <a:gd name="adj3" fmla="val 6169"/>
                  <a:gd name="adj4" fmla="val 7269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</p:grpSp>
        <p:sp>
          <p:nvSpPr>
            <p:cNvPr id="14" name="矩形 13"/>
            <p:cNvSpPr/>
            <p:nvPr/>
          </p:nvSpPr>
          <p:spPr>
            <a:xfrm>
              <a:off x="1591184" y="4366416"/>
              <a:ext cx="1826139" cy="1159613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600">
                <a:lnSpc>
                  <a:spcPct val="130000"/>
                </a:lnSpc>
              </a:pPr>
              <a:r>
                <a:rPr lang="zh-CN" altLang="en-US" sz="10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顶部“开始”面板中可以对字体、字号、颜色、行距等进行修改。标题数字等都可以通过点击和重新输入进行更改。</a:t>
              </a:r>
              <a:endPara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661714" y="4027862"/>
              <a:ext cx="1685077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200">
                <a:defRPr/>
              </a:pPr>
              <a:r>
                <a:rPr lang="zh-CN" altLang="en-US" sz="1465" b="1" kern="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点击此处添加标题</a:t>
              </a:r>
              <a:endParaRPr lang="en-US" altLang="zh-CN" sz="1465" b="1" kern="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16" name="Freeform 7"/>
            <p:cNvSpPr>
              <a:spLocks noEditPoints="1"/>
            </p:cNvSpPr>
            <p:nvPr/>
          </p:nvSpPr>
          <p:spPr bwMode="auto">
            <a:xfrm>
              <a:off x="2231729" y="3310366"/>
              <a:ext cx="545044" cy="397456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335"/>
            </a:p>
          </p:txBody>
        </p:sp>
      </p:grpSp>
      <p:grpSp>
        <p:nvGrpSpPr>
          <p:cNvPr id="19" name="组 13"/>
          <p:cNvGrpSpPr/>
          <p:nvPr/>
        </p:nvGrpSpPr>
        <p:grpSpPr>
          <a:xfrm>
            <a:off x="3982295" y="2030107"/>
            <a:ext cx="2188830" cy="4296526"/>
            <a:chOff x="3894312" y="1600200"/>
            <a:chExt cx="2188830" cy="4296525"/>
          </a:xfrm>
        </p:grpSpPr>
        <p:grpSp>
          <p:nvGrpSpPr>
            <p:cNvPr id="20" name="组 43"/>
            <p:cNvGrpSpPr/>
            <p:nvPr/>
          </p:nvGrpSpPr>
          <p:grpSpPr>
            <a:xfrm>
              <a:off x="3894312" y="1600200"/>
              <a:ext cx="2188830" cy="4296525"/>
              <a:chOff x="1644650" y="1600200"/>
              <a:chExt cx="1955800" cy="4296525"/>
            </a:xfrm>
            <a:solidFill>
              <a:schemeClr val="bg1"/>
            </a:solidFill>
          </p:grpSpPr>
          <p:sp>
            <p:nvSpPr>
              <p:cNvPr id="28" name="椭圆 27"/>
              <p:cNvSpPr/>
              <p:nvPr/>
            </p:nvSpPr>
            <p:spPr>
              <a:xfrm>
                <a:off x="2489316" y="1600200"/>
                <a:ext cx="266468" cy="30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  <p:sp>
            <p:nvSpPr>
              <p:cNvPr id="29" name="上箭头标注 28"/>
              <p:cNvSpPr/>
              <p:nvPr/>
            </p:nvSpPr>
            <p:spPr>
              <a:xfrm>
                <a:off x="1644650" y="1600200"/>
                <a:ext cx="1955800" cy="4296525"/>
              </a:xfrm>
              <a:prstGeom prst="upArrowCallout">
                <a:avLst>
                  <a:gd name="adj1" fmla="val 2597"/>
                  <a:gd name="adj2" fmla="val 2273"/>
                  <a:gd name="adj3" fmla="val 6169"/>
                  <a:gd name="adj4" fmla="val 7269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4075659" y="4366416"/>
              <a:ext cx="1826139" cy="1159613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600">
                <a:lnSpc>
                  <a:spcPct val="130000"/>
                </a:lnSpc>
              </a:pPr>
              <a:r>
                <a:rPr lang="zh-CN" altLang="en-US" sz="10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顶部“开始”面板中可以对字体、字号、颜色、行距等进行修改。标题数字等都可以通过点击和重新输入进行更改。</a:t>
              </a:r>
              <a:endPara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4146189" y="4027862"/>
              <a:ext cx="1685077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200">
                <a:defRPr/>
              </a:pPr>
              <a:r>
                <a:rPr lang="zh-CN" altLang="en-US" sz="1465" b="1" kern="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点击此处添加标题</a:t>
              </a:r>
              <a:endParaRPr lang="en-US" altLang="zh-CN" sz="1465" b="1" kern="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27" name="Freeform 7"/>
            <p:cNvSpPr>
              <a:spLocks noEditPoints="1"/>
            </p:cNvSpPr>
            <p:nvPr/>
          </p:nvSpPr>
          <p:spPr bwMode="auto">
            <a:xfrm>
              <a:off x="4716204" y="3310366"/>
              <a:ext cx="545044" cy="397456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335"/>
            </a:p>
          </p:txBody>
        </p:sp>
      </p:grpSp>
      <p:grpSp>
        <p:nvGrpSpPr>
          <p:cNvPr id="30" name="组 49"/>
          <p:cNvGrpSpPr/>
          <p:nvPr/>
        </p:nvGrpSpPr>
        <p:grpSpPr>
          <a:xfrm>
            <a:off x="6329066" y="2030107"/>
            <a:ext cx="2188830" cy="4296526"/>
            <a:chOff x="1409837" y="1600200"/>
            <a:chExt cx="2188830" cy="4296525"/>
          </a:xfrm>
        </p:grpSpPr>
        <p:grpSp>
          <p:nvGrpSpPr>
            <p:cNvPr id="31" name="组 53"/>
            <p:cNvGrpSpPr/>
            <p:nvPr/>
          </p:nvGrpSpPr>
          <p:grpSpPr>
            <a:xfrm>
              <a:off x="1409837" y="1600200"/>
              <a:ext cx="2188830" cy="4296525"/>
              <a:chOff x="1644650" y="1600200"/>
              <a:chExt cx="1955800" cy="4296525"/>
            </a:xfrm>
          </p:grpSpPr>
          <p:sp>
            <p:nvSpPr>
              <p:cNvPr id="35" name="椭圆 34"/>
              <p:cNvSpPr/>
              <p:nvPr/>
            </p:nvSpPr>
            <p:spPr>
              <a:xfrm>
                <a:off x="2489316" y="1600200"/>
                <a:ext cx="266468" cy="3024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  <p:sp>
            <p:nvSpPr>
              <p:cNvPr id="36" name="上箭头标注 35"/>
              <p:cNvSpPr/>
              <p:nvPr/>
            </p:nvSpPr>
            <p:spPr>
              <a:xfrm>
                <a:off x="1644650" y="1600200"/>
                <a:ext cx="1955800" cy="4296525"/>
              </a:xfrm>
              <a:prstGeom prst="upArrowCallout">
                <a:avLst>
                  <a:gd name="adj1" fmla="val 2597"/>
                  <a:gd name="adj2" fmla="val 2273"/>
                  <a:gd name="adj3" fmla="val 6169"/>
                  <a:gd name="adj4" fmla="val 7269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</p:grpSp>
        <p:sp>
          <p:nvSpPr>
            <p:cNvPr id="32" name="矩形 31"/>
            <p:cNvSpPr/>
            <p:nvPr/>
          </p:nvSpPr>
          <p:spPr>
            <a:xfrm>
              <a:off x="1591184" y="4366416"/>
              <a:ext cx="1826139" cy="1159613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600">
                <a:lnSpc>
                  <a:spcPct val="130000"/>
                </a:lnSpc>
              </a:pPr>
              <a:r>
                <a:rPr lang="zh-CN" altLang="en-US" sz="10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顶部“开始”面板中可以对字体、字号、颜色、行距等进行修改。标题数字等都可以通过点击和重新输入进行更改。</a:t>
              </a:r>
              <a:endPara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1661714" y="4027862"/>
              <a:ext cx="1685077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200">
                <a:defRPr/>
              </a:pPr>
              <a:r>
                <a:rPr lang="zh-CN" altLang="en-US" sz="1465" b="1" kern="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点击此处添加标题</a:t>
              </a:r>
              <a:endParaRPr lang="en-US" altLang="zh-CN" sz="1465" b="1" kern="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34" name="Freeform 7"/>
            <p:cNvSpPr>
              <a:spLocks noEditPoints="1"/>
            </p:cNvSpPr>
            <p:nvPr/>
          </p:nvSpPr>
          <p:spPr bwMode="auto">
            <a:xfrm>
              <a:off x="2231729" y="3310366"/>
              <a:ext cx="545044" cy="397456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335"/>
            </a:p>
          </p:txBody>
        </p:sp>
      </p:grpSp>
      <p:grpSp>
        <p:nvGrpSpPr>
          <p:cNvPr id="37" name="组 14"/>
          <p:cNvGrpSpPr/>
          <p:nvPr/>
        </p:nvGrpSpPr>
        <p:grpSpPr>
          <a:xfrm>
            <a:off x="8675835" y="2030107"/>
            <a:ext cx="2188830" cy="4296526"/>
            <a:chOff x="8564448" y="1600200"/>
            <a:chExt cx="2188830" cy="4296525"/>
          </a:xfrm>
        </p:grpSpPr>
        <p:grpSp>
          <p:nvGrpSpPr>
            <p:cNvPr id="38" name="组 65"/>
            <p:cNvGrpSpPr/>
            <p:nvPr/>
          </p:nvGrpSpPr>
          <p:grpSpPr>
            <a:xfrm>
              <a:off x="8564448" y="1600200"/>
              <a:ext cx="2188830" cy="4296525"/>
              <a:chOff x="1644650" y="1600200"/>
              <a:chExt cx="1955800" cy="4296525"/>
            </a:xfrm>
            <a:solidFill>
              <a:schemeClr val="bg1"/>
            </a:solidFill>
          </p:grpSpPr>
          <p:sp>
            <p:nvSpPr>
              <p:cNvPr id="42" name="椭圆 41"/>
              <p:cNvSpPr/>
              <p:nvPr/>
            </p:nvSpPr>
            <p:spPr>
              <a:xfrm>
                <a:off x="2489316" y="1600200"/>
                <a:ext cx="266468" cy="30240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  <p:sp>
            <p:nvSpPr>
              <p:cNvPr id="43" name="上箭头标注 42"/>
              <p:cNvSpPr/>
              <p:nvPr/>
            </p:nvSpPr>
            <p:spPr>
              <a:xfrm>
                <a:off x="1644650" y="1600200"/>
                <a:ext cx="1955800" cy="4296525"/>
              </a:xfrm>
              <a:prstGeom prst="upArrowCallout">
                <a:avLst>
                  <a:gd name="adj1" fmla="val 2597"/>
                  <a:gd name="adj2" fmla="val 2273"/>
                  <a:gd name="adj3" fmla="val 6169"/>
                  <a:gd name="adj4" fmla="val 72697"/>
                </a:avLst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35"/>
              </a:p>
            </p:txBody>
          </p:sp>
        </p:grpSp>
        <p:sp>
          <p:nvSpPr>
            <p:cNvPr id="39" name="矩形 38"/>
            <p:cNvSpPr/>
            <p:nvPr/>
          </p:nvSpPr>
          <p:spPr>
            <a:xfrm>
              <a:off x="8745795" y="4366416"/>
              <a:ext cx="1826139" cy="1159613"/>
            </a:xfrm>
            <a:prstGeom prst="rect">
              <a:avLst/>
            </a:prstGeom>
          </p:spPr>
          <p:txBody>
            <a:bodyPr wrap="square" numCol="1" spcCol="360000">
              <a:spAutoFit/>
            </a:bodyPr>
            <a:lstStyle/>
            <a:p>
              <a:pPr algn="ctr" defTabSz="609600">
                <a:lnSpc>
                  <a:spcPct val="130000"/>
                </a:lnSpc>
              </a:pPr>
              <a:r>
                <a:rPr lang="zh-CN" altLang="en-US" sz="1065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顶部“开始”面板中可以对字体、字号、颜色、行距等进行修改。标题数字等都可以通过点击和重新输入进行更改。</a:t>
              </a:r>
              <a:endParaRPr lang="zh-CN" altLang="en-US" sz="106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8816325" y="4027862"/>
              <a:ext cx="1685077" cy="3181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1219200">
                <a:defRPr/>
              </a:pPr>
              <a:r>
                <a:rPr lang="zh-CN" altLang="en-US" sz="1465" b="1" kern="0" dirty="0">
                  <a:solidFill>
                    <a:schemeClr val="bg1"/>
                  </a:solidFill>
                  <a:ea typeface="微软雅黑" panose="020B0503020204020204" pitchFamily="34" charset="-122"/>
                </a:rPr>
                <a:t>点击此处添加标题</a:t>
              </a:r>
              <a:endParaRPr lang="en-US" altLang="zh-CN" sz="1465" b="1" kern="0" dirty="0">
                <a:solidFill>
                  <a:schemeClr val="bg1"/>
                </a:solidFill>
                <a:ea typeface="微软雅黑" panose="020B0503020204020204" pitchFamily="34" charset="-122"/>
              </a:endParaRPr>
            </a:p>
          </p:txBody>
        </p:sp>
        <p:sp>
          <p:nvSpPr>
            <p:cNvPr id="41" name="Freeform 7"/>
            <p:cNvSpPr>
              <a:spLocks noEditPoints="1"/>
            </p:cNvSpPr>
            <p:nvPr/>
          </p:nvSpPr>
          <p:spPr bwMode="auto">
            <a:xfrm>
              <a:off x="9386340" y="3310366"/>
              <a:ext cx="545044" cy="397456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335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1"/>
          <p:cNvSpPr txBox="1"/>
          <p:nvPr/>
        </p:nvSpPr>
        <p:spPr>
          <a:xfrm>
            <a:off x="1285543" y="4890301"/>
            <a:ext cx="9775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rgbClr val="E1B40C"/>
              </a:buClr>
              <a:defRPr/>
            </a:pPr>
            <a:r>
              <a:rPr lang="zh-CN" altLang="en-US" sz="1600" kern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单击此处添加文字内容   单击此处添加文字内容单击此处添加文字内容   单击此处添加文字内容单击此处添加文字内容   单击此处添加文字内容单击此处添加文字内容   单击此处添加文字内容 单击此处添加文字内容   单击此处添加文字内容</a:t>
            </a:r>
            <a:endParaRPr lang="zh-CN" altLang="zh-CN" sz="1600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18"/>
          <p:cNvGrpSpPr/>
          <p:nvPr/>
        </p:nvGrpSpPr>
        <p:grpSpPr>
          <a:xfrm>
            <a:off x="9253244" y="1988840"/>
            <a:ext cx="1808112" cy="2495352"/>
            <a:chOff x="9682212" y="2032000"/>
            <a:chExt cx="2336780" cy="3225800"/>
          </a:xfrm>
        </p:grpSpPr>
        <p:sp>
          <p:nvSpPr>
            <p:cNvPr id="8" name="Rectangle 9"/>
            <p:cNvSpPr/>
            <p:nvPr/>
          </p:nvSpPr>
          <p:spPr bwMode="auto">
            <a:xfrm>
              <a:off x="9764059" y="2032000"/>
              <a:ext cx="2254933" cy="3225800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62517" tIns="81259" rIns="81259" bIns="162517" numCol="1" spcCol="0" rtlCol="0" fromWordArt="0" anchor="b" anchorCtr="0" forceAA="0" compatLnSpc="1">
              <a:noAutofit/>
            </a:bodyPr>
            <a:lstStyle/>
            <a:p>
              <a:pPr algn="ctr" defTabSz="121729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kern="0" dirty="0">
                  <a:solidFill>
                    <a:srgbClr val="FFFFFF">
                      <a:lumMod val="20000"/>
                      <a:lumOff val="80000"/>
                      <a:alpha val="99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单击添加文本</a:t>
              </a:r>
              <a:endParaRPr lang="en-US" sz="2400" kern="0" spc="-67" dirty="0">
                <a:solidFill>
                  <a:srgbClr val="3635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9" name="Picture 2" descr="C:\Users\chrisw\Desktop\Cloud Services 3.png"/>
            <p:cNvPicPr>
              <a:picLocks noChangeAspect="1" noChangeArrowheads="1"/>
            </p:cNvPicPr>
            <p:nvPr/>
          </p:nvPicPr>
          <p:blipFill>
            <a:blip r:embed="rId1" cstate="email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black">
            <a:xfrm>
              <a:off x="10665222" y="2556084"/>
              <a:ext cx="1118343" cy="771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3" cstate="email">
              <a:lum bright="100000"/>
            </a:blip>
            <a:srcRect/>
            <a:stretch>
              <a:fillRect/>
            </a:stretch>
          </p:blipFill>
          <p:spPr bwMode="auto">
            <a:xfrm>
              <a:off x="9682212" y="2413004"/>
              <a:ext cx="1366547" cy="1099393"/>
            </a:xfrm>
            <a:prstGeom prst="rect">
              <a:avLst/>
            </a:prstGeom>
            <a:noFill/>
          </p:spPr>
        </p:pic>
      </p:grpSp>
      <p:grpSp>
        <p:nvGrpSpPr>
          <p:cNvPr id="11" name="Group 4"/>
          <p:cNvGrpSpPr/>
          <p:nvPr/>
        </p:nvGrpSpPr>
        <p:grpSpPr>
          <a:xfrm>
            <a:off x="5312228" y="1988840"/>
            <a:ext cx="1744781" cy="2495352"/>
            <a:chOff x="4983603" y="2032000"/>
            <a:chExt cx="2254933" cy="3225800"/>
          </a:xfrm>
        </p:grpSpPr>
        <p:sp>
          <p:nvSpPr>
            <p:cNvPr id="12" name="Rectangle 7"/>
            <p:cNvSpPr/>
            <p:nvPr/>
          </p:nvSpPr>
          <p:spPr bwMode="auto">
            <a:xfrm>
              <a:off x="4983603" y="2032000"/>
              <a:ext cx="2254933" cy="3225800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62517" tIns="81259" rIns="81259" bIns="162517" numCol="1" spcCol="0" rtlCol="0" fromWordArt="0" anchor="b" anchorCtr="0" forceAA="0" compatLnSpc="1">
              <a:noAutofit/>
            </a:bodyPr>
            <a:lstStyle/>
            <a:p>
              <a:pPr algn="ctr" defTabSz="121729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kern="0" dirty="0">
                  <a:solidFill>
                    <a:srgbClr val="FFFFFF">
                      <a:lumMod val="20000"/>
                      <a:lumOff val="80000"/>
                      <a:alpha val="99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单击添加文本</a:t>
              </a:r>
              <a:endParaRPr lang="en-US" sz="2400" kern="0" spc="-67" dirty="0">
                <a:solidFill>
                  <a:srgbClr val="3635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3" name="Picture 11" descr="\\MAGNUM\Projects\Microsoft\Cloud Power FY12\Design\ICONS_PNG\Application.png"/>
            <p:cNvPicPr>
              <a:picLocks noChangeAspect="1" noChangeArrowheads="1"/>
            </p:cNvPicPr>
            <p:nvPr/>
          </p:nvPicPr>
          <p:blipFill rotWithShape="1">
            <a:blip r:embed="rId4" cstate="email">
              <a:biLevel thresh="25000"/>
            </a:blip>
            <a:srcRect/>
            <a:stretch>
              <a:fillRect/>
            </a:stretch>
          </p:blipFill>
          <p:spPr bwMode="auto">
            <a:xfrm>
              <a:off x="5281826" y="2732985"/>
              <a:ext cx="1233608" cy="10067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Picture 6" descr="\\MAGNUM\Projects\Microsoft\Cloud Power FY12\Design\Icons\PNGs\Web Service.png"/>
            <p:cNvPicPr>
              <a:picLocks noChangeAspect="1" noChangeArrowheads="1"/>
            </p:cNvPicPr>
            <p:nvPr/>
          </p:nvPicPr>
          <p:blipFill>
            <a:blip r:embed="rId5" cstate="email">
              <a:lum bright="100000"/>
            </a:blip>
            <a:srcRect/>
            <a:stretch>
              <a:fillRect/>
            </a:stretch>
          </p:blipFill>
          <p:spPr bwMode="auto">
            <a:xfrm>
              <a:off x="5898628" y="2115567"/>
              <a:ext cx="1211520" cy="1211836"/>
            </a:xfrm>
            <a:prstGeom prst="rect">
              <a:avLst/>
            </a:prstGeom>
            <a:noFill/>
          </p:spPr>
        </p:pic>
      </p:grpSp>
      <p:grpSp>
        <p:nvGrpSpPr>
          <p:cNvPr id="15" name="Group 3"/>
          <p:cNvGrpSpPr/>
          <p:nvPr/>
        </p:nvGrpSpPr>
        <p:grpSpPr>
          <a:xfrm>
            <a:off x="3284492" y="1988840"/>
            <a:ext cx="1744781" cy="2495352"/>
            <a:chOff x="2593375" y="2032000"/>
            <a:chExt cx="2254933" cy="3225800"/>
          </a:xfrm>
        </p:grpSpPr>
        <p:sp>
          <p:nvSpPr>
            <p:cNvPr id="16" name="Rectangle 6"/>
            <p:cNvSpPr/>
            <p:nvPr/>
          </p:nvSpPr>
          <p:spPr bwMode="auto">
            <a:xfrm>
              <a:off x="2593375" y="2032000"/>
              <a:ext cx="2254933" cy="3225800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62517" tIns="81259" rIns="81259" bIns="162517" numCol="1" spcCol="0" rtlCol="0" fromWordArt="0" anchor="b" anchorCtr="0" forceAA="0" compatLnSpc="1">
              <a:noAutofit/>
            </a:bodyPr>
            <a:lstStyle/>
            <a:p>
              <a:pPr algn="ctr" defTabSz="121729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kern="0" dirty="0">
                  <a:solidFill>
                    <a:srgbClr val="FFFFFF">
                      <a:lumMod val="20000"/>
                      <a:lumOff val="80000"/>
                      <a:alpha val="99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单击添加文本</a:t>
              </a:r>
              <a:endParaRPr lang="en-US" sz="2400" kern="0" spc="-67" dirty="0">
                <a:solidFill>
                  <a:srgbClr val="3635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7" name="Picture 9" descr="\\MAGNUM\Projects\Microsoft\Cloud Power FY12\Design\Icons\PNGs\Optimized.png"/>
            <p:cNvPicPr>
              <a:picLocks noChangeAspect="1" noChangeArrowheads="1"/>
            </p:cNvPicPr>
            <p:nvPr/>
          </p:nvPicPr>
          <p:blipFill>
            <a:blip r:embed="rId6" cstate="email">
              <a:lum bright="100000"/>
            </a:blip>
            <a:srcRect/>
            <a:stretch>
              <a:fillRect/>
            </a:stretch>
          </p:blipFill>
          <p:spPr bwMode="auto">
            <a:xfrm>
              <a:off x="2806596" y="2375527"/>
              <a:ext cx="1662643" cy="1663076"/>
            </a:xfrm>
            <a:prstGeom prst="rect">
              <a:avLst/>
            </a:prstGeom>
            <a:noFill/>
          </p:spPr>
        </p:pic>
      </p:grpSp>
      <p:grpSp>
        <p:nvGrpSpPr>
          <p:cNvPr id="18" name="Group 12"/>
          <p:cNvGrpSpPr/>
          <p:nvPr/>
        </p:nvGrpSpPr>
        <p:grpSpPr>
          <a:xfrm>
            <a:off x="7316940" y="1988840"/>
            <a:ext cx="1744781" cy="2495352"/>
            <a:chOff x="7373831" y="2032000"/>
            <a:chExt cx="2254933" cy="3225800"/>
          </a:xfrm>
        </p:grpSpPr>
        <p:sp>
          <p:nvSpPr>
            <p:cNvPr id="19" name="Rectangle 8"/>
            <p:cNvSpPr/>
            <p:nvPr/>
          </p:nvSpPr>
          <p:spPr bwMode="auto">
            <a:xfrm>
              <a:off x="7373831" y="2032000"/>
              <a:ext cx="2254933" cy="3225800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62517" tIns="81259" rIns="81259" bIns="162517" numCol="1" spcCol="0" rtlCol="0" fromWordArt="0" anchor="b" anchorCtr="0" forceAA="0" compatLnSpc="1">
              <a:noAutofit/>
            </a:bodyPr>
            <a:lstStyle/>
            <a:p>
              <a:pPr algn="ctr" defTabSz="121729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kern="0" dirty="0">
                  <a:solidFill>
                    <a:srgbClr val="FFFFFF">
                      <a:lumMod val="20000"/>
                      <a:lumOff val="80000"/>
                      <a:alpha val="99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单击添加文本</a:t>
              </a:r>
              <a:endParaRPr lang="en-US" sz="2400" kern="0" spc="-67" dirty="0">
                <a:solidFill>
                  <a:srgbClr val="3635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0" name="Picture 30" descr="service-based.png"/>
            <p:cNvPicPr>
              <a:picLocks noChangeAspect="1"/>
            </p:cNvPicPr>
            <p:nvPr/>
          </p:nvPicPr>
          <p:blipFill>
            <a:blip r:embed="rId7" cstate="email"/>
            <a:srcRect/>
            <a:stretch>
              <a:fillRect/>
            </a:stretch>
          </p:blipFill>
          <p:spPr bwMode="auto">
            <a:xfrm>
              <a:off x="7837833" y="2412999"/>
              <a:ext cx="1405359" cy="14572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" name="Group 2"/>
          <p:cNvGrpSpPr/>
          <p:nvPr/>
        </p:nvGrpSpPr>
        <p:grpSpPr>
          <a:xfrm>
            <a:off x="1295467" y="1988840"/>
            <a:ext cx="1744781" cy="2495352"/>
            <a:chOff x="203147" y="2032000"/>
            <a:chExt cx="2254933" cy="3225800"/>
          </a:xfrm>
        </p:grpSpPr>
        <p:sp>
          <p:nvSpPr>
            <p:cNvPr id="26" name="Rectangle 5"/>
            <p:cNvSpPr/>
            <p:nvPr/>
          </p:nvSpPr>
          <p:spPr bwMode="auto">
            <a:xfrm>
              <a:off x="203147" y="2032000"/>
              <a:ext cx="2254933" cy="3225800"/>
            </a:xfrm>
            <a:prstGeom prst="rect">
              <a:avLst/>
            </a:prstGeom>
            <a:noFill/>
            <a:ln w="9525" cap="flat" cmpd="sng" algn="ctr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162517" tIns="81259" rIns="81259" bIns="162517" numCol="1" spcCol="0" rtlCol="0" fromWordArt="0" anchor="b" anchorCtr="0" forceAA="0" compatLnSpc="1">
              <a:noAutofit/>
            </a:bodyPr>
            <a:lstStyle/>
            <a:p>
              <a:pPr algn="ctr" defTabSz="1217295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 kern="0" dirty="0">
                  <a:solidFill>
                    <a:srgbClr val="FFFFFF">
                      <a:lumMod val="20000"/>
                      <a:lumOff val="80000"/>
                      <a:alpha val="99000"/>
                    </a:srgb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单击添加文本</a:t>
              </a:r>
              <a:endParaRPr lang="en-US" sz="2400" kern="0" spc="-67" dirty="0">
                <a:solidFill>
                  <a:srgbClr val="363535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7" name="Picture 3" descr="C:\Users\mitchellg\Desktop\Simple_Licensing.png"/>
            <p:cNvPicPr>
              <a:picLocks noChangeAspect="1" noChangeArrowheads="1"/>
            </p:cNvPicPr>
            <p:nvPr/>
          </p:nvPicPr>
          <p:blipFill>
            <a:blip r:embed="rId8" cstate="email">
              <a:lum bright="100000"/>
            </a:blip>
            <a:srcRect/>
            <a:stretch>
              <a:fillRect/>
            </a:stretch>
          </p:blipFill>
          <p:spPr bwMode="auto">
            <a:xfrm>
              <a:off x="1181418" y="2921003"/>
              <a:ext cx="1053202" cy="1053476"/>
            </a:xfrm>
            <a:prstGeom prst="rect">
              <a:avLst/>
            </a:prstGeom>
            <a:noFill/>
          </p:spPr>
        </p:pic>
        <p:pic>
          <p:nvPicPr>
            <p:cNvPr id="28" name="Picture 2" descr="\\MAGNUM\Projects\Microsoft\Cloud Power FY12\Design\Icons\PNGs\Server_2.png"/>
            <p:cNvPicPr>
              <a:picLocks noChangeAspect="1" noChangeArrowheads="1"/>
            </p:cNvPicPr>
            <p:nvPr/>
          </p:nvPicPr>
          <p:blipFill>
            <a:blip r:embed="rId3" cstate="email">
              <a:lum bright="100000"/>
            </a:blip>
            <a:srcRect/>
            <a:stretch>
              <a:fillRect/>
            </a:stretch>
          </p:blipFill>
          <p:spPr bwMode="auto">
            <a:xfrm>
              <a:off x="304724" y="2413004"/>
              <a:ext cx="1366547" cy="1099393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图表 5"/>
          <p:cNvGraphicFramePr/>
          <p:nvPr/>
        </p:nvGraphicFramePr>
        <p:xfrm>
          <a:off x="5913121" y="2066295"/>
          <a:ext cx="5850151" cy="3736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/>
          <p:nvPr/>
        </p:nvSpPr>
        <p:spPr>
          <a:xfrm>
            <a:off x="1163699" y="4029828"/>
            <a:ext cx="4127500" cy="1772793"/>
          </a:xfrm>
          <a:prstGeom prst="rect">
            <a:avLst/>
          </a:prstGeom>
        </p:spPr>
        <p:txBody>
          <a:bodyPr wrap="square" numCol="1" spcCol="360000">
            <a:spAutoFit/>
          </a:bodyPr>
          <a:lstStyle/>
          <a:p>
            <a:pPr defTabSz="609600">
              <a:lnSpc>
                <a:spcPct val="130000"/>
              </a:lnSpc>
            </a:pPr>
            <a:r>
              <a:rPr lang="zh-CN" altLang="en-US" sz="1200" u="sng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更换图片方法：点击图片后右键，选择“更改图片”即可。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数字等都可以通过点击和重新输入进行更改，顶部“开始”面板中可以对字体、字号、颜色、行距等进行修改。标题数字等都可以通过点击和重新输入进行更改。标题数字等都可以通过点击和重新输入进行更改，顶部“开始”面板中可以对字体、字号、颜色、行距等进行修改。标题数字等都可以通过点击和重新输入进行更改。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63699" y="3506612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>
              <a:defRPr/>
            </a:pPr>
            <a:r>
              <a:rPr lang="zh-CN" altLang="en-US" sz="2000" b="1" kern="0" dirty="0">
                <a:solidFill>
                  <a:schemeClr val="bg1"/>
                </a:solidFill>
                <a:ea typeface="微软雅黑" panose="020B0503020204020204" pitchFamily="34" charset="-122"/>
              </a:rPr>
              <a:t>点击此处添加标题</a:t>
            </a:r>
            <a:endParaRPr lang="en-US" altLang="zh-CN" sz="2000" b="1" kern="0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9" name="组 32"/>
          <p:cNvGrpSpPr/>
          <p:nvPr/>
        </p:nvGrpSpPr>
        <p:grpSpPr>
          <a:xfrm>
            <a:off x="1296601" y="2232005"/>
            <a:ext cx="974083" cy="974081"/>
            <a:chOff x="5431425" y="497164"/>
            <a:chExt cx="1482332" cy="1482330"/>
          </a:xfrm>
        </p:grpSpPr>
        <p:sp>
          <p:nvSpPr>
            <p:cNvPr id="10" name="Freeform 7"/>
            <p:cNvSpPr>
              <a:spLocks noEditPoints="1"/>
            </p:cNvSpPr>
            <p:nvPr/>
          </p:nvSpPr>
          <p:spPr bwMode="auto">
            <a:xfrm>
              <a:off x="5751305" y="941168"/>
              <a:ext cx="842572" cy="614420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350"/>
            </a:p>
          </p:txBody>
        </p:sp>
        <p:sp>
          <p:nvSpPr>
            <p:cNvPr id="11" name="椭圆 10"/>
            <p:cNvSpPr/>
            <p:nvPr/>
          </p:nvSpPr>
          <p:spPr>
            <a:xfrm>
              <a:off x="5431425" y="497164"/>
              <a:ext cx="1482332" cy="148233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3260615" y="1820442"/>
            <a:ext cx="7801352" cy="122491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矩形 6"/>
          <p:cNvSpPr/>
          <p:nvPr/>
        </p:nvSpPr>
        <p:spPr>
          <a:xfrm>
            <a:off x="4092573" y="1606775"/>
            <a:ext cx="4686911" cy="46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六边形 7"/>
          <p:cNvSpPr/>
          <p:nvPr/>
        </p:nvSpPr>
        <p:spPr>
          <a:xfrm>
            <a:off x="774575" y="3406454"/>
            <a:ext cx="1587263" cy="1367756"/>
          </a:xfrm>
          <a:prstGeom prst="hexagon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工作进度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>
            <a:stCxn id="8" idx="5"/>
            <a:endCxn id="6" idx="1"/>
          </p:cNvCxnSpPr>
          <p:nvPr/>
        </p:nvCxnSpPr>
        <p:spPr>
          <a:xfrm flipV="1">
            <a:off x="2019898" y="2432898"/>
            <a:ext cx="1240716" cy="973556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8" idx="0"/>
            <a:endCxn id="13" idx="1"/>
          </p:cNvCxnSpPr>
          <p:nvPr/>
        </p:nvCxnSpPr>
        <p:spPr>
          <a:xfrm flipV="1">
            <a:off x="2361838" y="4088220"/>
            <a:ext cx="898777" cy="2113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8" idx="1"/>
            <a:endCxn id="16" idx="1"/>
          </p:cNvCxnSpPr>
          <p:nvPr/>
        </p:nvCxnSpPr>
        <p:spPr>
          <a:xfrm>
            <a:off x="2019898" y="4774209"/>
            <a:ext cx="1240716" cy="969331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9"/>
          <p:cNvSpPr txBox="1"/>
          <p:nvPr/>
        </p:nvSpPr>
        <p:spPr>
          <a:xfrm>
            <a:off x="3476665" y="2110684"/>
            <a:ext cx="7297419" cy="732107"/>
          </a:xfrm>
          <a:prstGeom prst="rect">
            <a:avLst/>
          </a:prstGeom>
          <a:noFill/>
        </p:spPr>
        <p:txBody>
          <a:bodyPr wrap="square" lIns="91424" tIns="45712" rIns="91424" bIns="4571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60615" y="3475763"/>
            <a:ext cx="7801352" cy="122491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矩形 13"/>
          <p:cNvSpPr/>
          <p:nvPr/>
        </p:nvSpPr>
        <p:spPr>
          <a:xfrm>
            <a:off x="4092573" y="3262096"/>
            <a:ext cx="4686911" cy="46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Box 12"/>
          <p:cNvSpPr txBox="1"/>
          <p:nvPr/>
        </p:nvSpPr>
        <p:spPr>
          <a:xfrm>
            <a:off x="3476665" y="3766005"/>
            <a:ext cx="7297419" cy="732107"/>
          </a:xfrm>
          <a:prstGeom prst="rect">
            <a:avLst/>
          </a:prstGeom>
          <a:noFill/>
        </p:spPr>
        <p:txBody>
          <a:bodyPr wrap="square" lIns="91424" tIns="45712" rIns="91424" bIns="4571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260615" y="5131086"/>
            <a:ext cx="7801352" cy="1224911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6"/>
          <p:cNvSpPr/>
          <p:nvPr/>
        </p:nvSpPr>
        <p:spPr>
          <a:xfrm>
            <a:off x="4092573" y="4917417"/>
            <a:ext cx="4686911" cy="46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r>
              <a:rPr lang="zh-CN" altLang="en-US" sz="1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点击添加标题</a:t>
            </a:r>
            <a:endParaRPr lang="zh-CN" altLang="en-US" sz="1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5"/>
          <p:cNvSpPr txBox="1"/>
          <p:nvPr/>
        </p:nvSpPr>
        <p:spPr>
          <a:xfrm>
            <a:off x="3476665" y="5421328"/>
            <a:ext cx="7297419" cy="732107"/>
          </a:xfrm>
          <a:prstGeom prst="rect">
            <a:avLst/>
          </a:prstGeom>
          <a:noFill/>
        </p:spPr>
        <p:txBody>
          <a:bodyPr wrap="square" lIns="91424" tIns="45712" rIns="91424" bIns="45712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您的内容打在这里，或者通过复制您的文本后，在此框中选择粘贴，并选择只保留文字。您的内容打在这里，或者通过复制您的文本后，在此框中选择粘贴。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1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4140"/>
                                </p:stCondLst>
                                <p:childTnLst>
                                  <p:par>
                                    <p:cTn id="37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4640"/>
                                </p:stCondLst>
                                <p:childTnLst>
                                  <p:par>
                                    <p:cTn id="41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5140"/>
                                </p:stCondLst>
                                <p:childTnLst>
                                  <p:par>
                                    <p:cTn id="4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1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7280"/>
                                </p:stCondLst>
                                <p:childTnLst>
                                  <p:par>
                                    <p:cTn id="5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7780"/>
                                </p:stCondLst>
                                <p:childTnLst>
                                  <p:par>
                                    <p:cTn id="5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8280"/>
                                </p:stCondLst>
                                <p:childTnLst>
                                  <p:par>
                                    <p:cTn id="6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1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6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6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7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7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12" grpId="0"/>
          <p:bldP spid="12" grpId="1"/>
          <p:bldP spid="13" grpId="0" animBg="1"/>
          <p:bldP spid="14" grpId="0" animBg="1"/>
          <p:bldP spid="15" grpId="0"/>
          <p:bldP spid="15" grpId="1"/>
          <p:bldP spid="16" grpId="0" animBg="1"/>
          <p:bldP spid="17" grpId="0" animBg="1"/>
          <p:bldP spid="18" grpId="0"/>
          <p:bldP spid="18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4" presetClass="entr" presetSubtype="1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randombar(horizontal)">
                                          <p:cBhvr>
                                            <p:cTn id="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1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4" dur="5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22" presetClass="entr" presetSubtype="8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7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8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9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1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2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3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2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1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4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35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4140"/>
                                </p:stCondLst>
                                <p:childTnLst>
                                  <p:par>
                                    <p:cTn id="37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39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0" fill="hold">
                                <p:stCondLst>
                                  <p:cond delay="4640"/>
                                </p:stCondLst>
                                <p:childTnLst>
                                  <p:par>
                                    <p:cTn id="41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5" fill="hold">
                                <p:stCondLst>
                                  <p:cond delay="5140"/>
                                </p:stCondLst>
                                <p:childTnLst>
                                  <p:par>
                                    <p:cTn id="46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8" dur="1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9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2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3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4" fill="hold">
                                <p:stCondLst>
                                  <p:cond delay="7280"/>
                                </p:stCondLst>
                                <p:childTnLst>
                                  <p:par>
                                    <p:cTn id="5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8" fill="hold">
                                <p:stCondLst>
                                  <p:cond delay="7780"/>
                                </p:stCondLst>
                                <p:childTnLst>
                                  <p:par>
                                    <p:cTn id="5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3" fill="hold">
                                <p:stCondLst>
                                  <p:cond delay="8280"/>
                                </p:stCondLst>
                                <p:childTnLst>
                                  <p:par>
                                    <p:cTn id="6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6" dur="1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6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6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7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7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7" grpId="0" animBg="1"/>
          <p:bldP spid="8" grpId="0" animBg="1"/>
          <p:bldP spid="12" grpId="0"/>
          <p:bldP spid="12" grpId="1"/>
          <p:bldP spid="13" grpId="0" animBg="1"/>
          <p:bldP spid="14" grpId="0" animBg="1"/>
          <p:bldP spid="15" grpId="0"/>
          <p:bldP spid="15" grpId="1"/>
          <p:bldP spid="16" grpId="0" animBg="1"/>
          <p:bldP spid="17" grpId="0" animBg="1"/>
          <p:bldP spid="18" grpId="0"/>
          <p:bldP spid="18" grpId="1"/>
        </p:bldLst>
      </p:timing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>
            <a:spLocks noChangeArrowheads="1"/>
          </p:cNvSpPr>
          <p:nvPr/>
        </p:nvSpPr>
        <p:spPr bwMode="auto">
          <a:xfrm>
            <a:off x="4661287" y="617419"/>
            <a:ext cx="291618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266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单击添加标题文字</a:t>
            </a:r>
            <a:endParaRPr lang="zh-CN" altLang="en-US" sz="266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4977080" y="1054888"/>
            <a:ext cx="2284600" cy="29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sz="1335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add your title in here</a:t>
            </a:r>
            <a:endParaRPr lang="zh-CN" altLang="en-US" sz="1335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67999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7610386" y="884159"/>
            <a:ext cx="3360373" cy="0"/>
          </a:xfrm>
          <a:prstGeom prst="line">
            <a:avLst/>
          </a:prstGeom>
          <a:ln>
            <a:solidFill>
              <a:schemeClr val="bg1">
                <a:alpha val="4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5"/>
          <p:cNvGrpSpPr/>
          <p:nvPr/>
        </p:nvGrpSpPr>
        <p:grpSpPr>
          <a:xfrm>
            <a:off x="7888964" y="2008197"/>
            <a:ext cx="3416981" cy="4013091"/>
            <a:chOff x="5904234" y="1111767"/>
            <a:chExt cx="2562736" cy="3009818"/>
          </a:xfrm>
        </p:grpSpPr>
        <p:sp>
          <p:nvSpPr>
            <p:cNvPr id="7" name="Presentation Title Rectangle"/>
            <p:cNvSpPr txBox="1"/>
            <p:nvPr/>
          </p:nvSpPr>
          <p:spPr>
            <a:xfrm>
              <a:off x="5958567" y="3137573"/>
              <a:ext cx="2508403" cy="808922"/>
            </a:xfrm>
            <a:prstGeom prst="rect">
              <a:avLst/>
            </a:prstGeom>
            <a:solidFill>
              <a:schemeClr val="bg1">
                <a:alpha val="41000"/>
              </a:schemeClr>
            </a:solidFill>
            <a:effectLst/>
          </p:spPr>
          <p:txBody>
            <a:bodyPr lIns="243840" rIns="182880" bIns="243840" anchor="t" anchorCtr="0">
              <a:noAutofit/>
            </a:bodyPr>
            <a:lstStyle>
              <a:defPPr>
                <a:defRPr lang="en-US"/>
              </a:defPPr>
              <a:lvl1pPr marR="0" lvl="0" indent="0" defTabSz="914400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000" b="0" i="0" u="none" strike="noStrike" kern="0" cap="none" spc="0" normalizeH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uLnTx/>
                  <a:uFillTx/>
                  <a:latin typeface="Segoe"/>
                  <a:cs typeface="Arial" panose="020B0604020202020204" pitchFamily="34" charset="0"/>
                </a:defRPr>
              </a:lvl1pPr>
            </a:lstStyle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>
                <a:defRPr/>
              </a:pPr>
              <a:endParaRPr lang="en-US" sz="2800" b="1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Presentation Title Rectangle"/>
            <p:cNvSpPr txBox="1"/>
            <p:nvPr/>
          </p:nvSpPr>
          <p:spPr>
            <a:xfrm>
              <a:off x="5904234" y="3164732"/>
              <a:ext cx="2508403" cy="956853"/>
            </a:xfrm>
            <a:prstGeom prst="rect">
              <a:avLst/>
            </a:prstGeom>
            <a:noFill/>
            <a:effectLst/>
          </p:spPr>
          <p:txBody>
            <a:bodyPr lIns="182880" tIns="60960" rIns="60960" bIns="60960" anchor="t" anchorCtr="0">
              <a:noAutofit/>
            </a:bodyPr>
            <a:lstStyle>
              <a:defPPr>
                <a:defRPr lang="en-US"/>
              </a:defPPr>
              <a:lvl1pPr marR="0" lvl="0" indent="0" defTabSz="914400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000" b="0" i="0" u="none" strike="noStrike" kern="0" cap="none" spc="0" normalizeH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uLnTx/>
                  <a:uFillTx/>
                  <a:latin typeface="Segoe"/>
                  <a:cs typeface="Arial" panose="020B0604020202020204" pitchFamily="34" charset="0"/>
                </a:defRPr>
              </a:lvl1pPr>
            </a:lstStyle>
            <a:p>
              <a:pPr algn="ctr" defTabSz="1218565">
                <a:lnSpc>
                  <a:spcPct val="110000"/>
                </a:lnSpc>
                <a:defRPr/>
              </a:pPr>
              <a:r>
                <a:rPr lang="zh-CN" altLang="en-US" sz="160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  <p:sp>
          <p:nvSpPr>
            <p:cNvPr id="9" name="Presentation Title Rectangle"/>
            <p:cNvSpPr txBox="1"/>
            <p:nvPr/>
          </p:nvSpPr>
          <p:spPr>
            <a:xfrm>
              <a:off x="5958567" y="1111767"/>
              <a:ext cx="2508403" cy="19655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lIns="243840" rIns="182880" bIns="243840" anchor="t" anchorCtr="0">
              <a:noAutofit/>
            </a:bodyPr>
            <a:lstStyle>
              <a:defPPr>
                <a:defRPr lang="en-US"/>
              </a:defPPr>
              <a:lvl1pPr marR="0" lvl="0" indent="0" defTabSz="914400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 kumimoji="0" sz="2000" b="0" i="0" u="none" strike="noStrike" kern="0" cap="none" spc="0" normalizeH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uLnTx/>
                  <a:uFillTx/>
                  <a:latin typeface="Segoe"/>
                  <a:cs typeface="Arial" panose="020B0604020202020204" pitchFamily="34" charset="0"/>
                </a:defRPr>
              </a:lvl1pPr>
            </a:lstStyle>
            <a:p>
              <a:pPr defTabSz="914400">
                <a:defRPr/>
              </a:pPr>
              <a:r>
                <a:rPr lang="zh-CN" altLang="en-US" sz="3200" b="1" dirty="0">
                  <a:latin typeface="Segoe UI Light" panose="020B0502040204020203" pitchFamily="34" charset="0"/>
                  <a:ea typeface="微软雅黑" panose="020B0503020204020204" pitchFamily="34" charset="-122"/>
                  <a:cs typeface="Segoe UI" panose="020B0502040204020203" pitchFamily="34" charset="0"/>
                </a:rPr>
                <a:t>主题三</a:t>
              </a:r>
              <a:endParaRPr lang="en-US" altLang="zh-CN" sz="3200" b="1" dirty="0">
                <a:latin typeface="Segoe UI Light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  <p:pic>
          <p:nvPicPr>
            <p:cNvPr id="10" name="Picture 6" descr="\\MAGNUM\Projects\Microsoft\Cloud Power FY12\Design\Icons\PNGs\Virtual_Network.png"/>
            <p:cNvPicPr>
              <a:picLocks noChangeAspect="1" noChangeArrowheads="1"/>
            </p:cNvPicPr>
            <p:nvPr/>
          </p:nvPicPr>
          <p:blipFill>
            <a:blip r:embed="rId1" cstate="screen">
              <a:lum bright="100000"/>
            </a:blip>
            <a:srcRect/>
            <a:stretch>
              <a:fillRect/>
            </a:stretch>
          </p:blipFill>
          <p:spPr bwMode="auto">
            <a:xfrm>
              <a:off x="6561666" y="1582921"/>
              <a:ext cx="1302206" cy="1301867"/>
            </a:xfrm>
            <a:prstGeom prst="rect">
              <a:avLst/>
            </a:prstGeom>
            <a:noFill/>
          </p:spPr>
        </p:pic>
      </p:grpSp>
      <p:grpSp>
        <p:nvGrpSpPr>
          <p:cNvPr id="11" name="组合 10"/>
          <p:cNvGrpSpPr/>
          <p:nvPr/>
        </p:nvGrpSpPr>
        <p:grpSpPr>
          <a:xfrm>
            <a:off x="623393" y="2008197"/>
            <a:ext cx="3682655" cy="4013091"/>
            <a:chOff x="455055" y="1111767"/>
            <a:chExt cx="2761991" cy="3009818"/>
          </a:xfrm>
        </p:grpSpPr>
        <p:sp>
          <p:nvSpPr>
            <p:cNvPr id="12" name="Presentation Title Rectangle"/>
            <p:cNvSpPr txBox="1"/>
            <p:nvPr/>
          </p:nvSpPr>
          <p:spPr>
            <a:xfrm>
              <a:off x="677025" y="3137573"/>
              <a:ext cx="2507182" cy="808922"/>
            </a:xfrm>
            <a:prstGeom prst="rect">
              <a:avLst/>
            </a:prstGeom>
            <a:solidFill>
              <a:schemeClr val="bg1">
                <a:alpha val="41000"/>
              </a:schemeClr>
            </a:solidFill>
            <a:effectLst/>
          </p:spPr>
          <p:txBody>
            <a:bodyPr lIns="243840" rIns="182880" bIns="243840" anchor="t" anchorCtr="0">
              <a:noAutofit/>
            </a:bodyPr>
            <a:lstStyle>
              <a:lvl1pPr algn="l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3600" b="1" i="0" kern="1200" cap="none" spc="-10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ea typeface="+mn-ea"/>
                  <a:cs typeface="Arial" panose="020B0604020202020204" pitchFamily="34" charset="0"/>
                </a:defRPr>
              </a:lvl1pPr>
            </a:lstStyle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sz="28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3" name="Presentation Title Rectangle"/>
            <p:cNvSpPr txBox="1"/>
            <p:nvPr/>
          </p:nvSpPr>
          <p:spPr>
            <a:xfrm>
              <a:off x="455055" y="3164732"/>
              <a:ext cx="2761991" cy="956853"/>
            </a:xfrm>
            <a:prstGeom prst="rect">
              <a:avLst/>
            </a:prstGeom>
            <a:noFill/>
            <a:effectLst/>
          </p:spPr>
          <p:txBody>
            <a:bodyPr lIns="182880" tIns="60960" rIns="60960" bIns="60960" anchor="t" anchorCtr="0">
              <a:noAutofit/>
            </a:bodyPr>
            <a:lstStyle>
              <a:lvl1pPr algn="l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3600" b="1" i="0" kern="1200" cap="none" spc="-10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ea typeface="+mn-ea"/>
                  <a:cs typeface="Arial" panose="020B0604020202020204" pitchFamily="34" charset="0"/>
                </a:defRPr>
              </a:lvl1pPr>
            </a:lstStyle>
            <a:p>
              <a:pPr algn="ctr">
                <a:lnSpc>
                  <a:spcPct val="110000"/>
                </a:lnSpc>
                <a:defRPr/>
              </a:pPr>
              <a:r>
                <a:rPr lang="zh-CN" altLang="en-US" sz="1600" b="0" kern="0" spc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altLang="zh-CN" sz="1600" b="0" kern="0" spc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b="0" kern="0" spc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altLang="zh-CN" sz="1600" b="0" kern="0" spc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b="0" kern="0" spc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altLang="zh-CN" sz="1600" b="0" kern="0" spc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  <p:sp>
          <p:nvSpPr>
            <p:cNvPr id="14" name="Presentation Title Rectangle"/>
            <p:cNvSpPr txBox="1"/>
            <p:nvPr/>
          </p:nvSpPr>
          <p:spPr>
            <a:xfrm>
              <a:off x="677025" y="1111767"/>
              <a:ext cx="2507182" cy="19655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lIns="243840" rIns="182880" bIns="243840" anchor="t" anchorCtr="0">
              <a:noAutofit/>
            </a:bodyPr>
            <a:lstStyle>
              <a:lvl1pPr algn="l" defTabSz="913765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lang="en-US" sz="3600" b="1" i="0" kern="1200" cap="none" spc="-10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ea typeface="+mn-ea"/>
                  <a:cs typeface="Arial" panose="020B0604020202020204" pitchFamily="34" charset="0"/>
                </a:defRPr>
              </a:lvl1pPr>
            </a:lstStyle>
            <a:p>
              <a:pPr defTabSz="914400">
                <a:defRPr/>
              </a:pPr>
              <a:r>
                <a:rPr lang="zh-CN" altLang="en-US" sz="3200" kern="0" spc="0" dirty="0">
                  <a:latin typeface="Segoe UI Light" panose="020B0502040204020203" pitchFamily="34" charset="0"/>
                  <a:ea typeface="微软雅黑" panose="020B0503020204020204" pitchFamily="34" charset="-122"/>
                  <a:cs typeface="Segoe UI" panose="020B0502040204020203" pitchFamily="34" charset="0"/>
                </a:rPr>
                <a:t>主题一</a:t>
              </a:r>
              <a:endParaRPr sz="3200" kern="0" spc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5" name="Picture 2" descr="\\MAGNUM\Projects\Microsoft\Cloud Power FY12\Design\Icons\PNGs\Cloud_on_your_terms.png"/>
            <p:cNvPicPr>
              <a:picLocks noChangeAspect="1" noChangeArrowheads="1"/>
            </p:cNvPicPr>
            <p:nvPr/>
          </p:nvPicPr>
          <p:blipFill>
            <a:blip r:embed="rId2" cstate="print">
              <a:lum bright="100000"/>
            </a:blip>
            <a:srcRect/>
            <a:stretch>
              <a:fillRect/>
            </a:stretch>
          </p:blipFill>
          <p:spPr bwMode="auto">
            <a:xfrm>
              <a:off x="854415" y="1111768"/>
              <a:ext cx="2105242" cy="220374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组合 15"/>
          <p:cNvGrpSpPr/>
          <p:nvPr/>
        </p:nvGrpSpPr>
        <p:grpSpPr>
          <a:xfrm>
            <a:off x="4367940" y="2008197"/>
            <a:ext cx="3416977" cy="4013091"/>
            <a:chOff x="3263465" y="1111767"/>
            <a:chExt cx="2562733" cy="3009818"/>
          </a:xfrm>
        </p:grpSpPr>
        <p:sp>
          <p:nvSpPr>
            <p:cNvPr id="17" name="Presentation Title Rectangle"/>
            <p:cNvSpPr txBox="1"/>
            <p:nvPr/>
          </p:nvSpPr>
          <p:spPr>
            <a:xfrm>
              <a:off x="3317797" y="3137573"/>
              <a:ext cx="2508401" cy="808922"/>
            </a:xfrm>
            <a:prstGeom prst="rect">
              <a:avLst/>
            </a:prstGeom>
            <a:solidFill>
              <a:schemeClr val="bg1">
                <a:alpha val="41000"/>
              </a:schemeClr>
            </a:solidFill>
            <a:effectLst/>
          </p:spPr>
          <p:txBody>
            <a:bodyPr lIns="243840" rIns="182880" bIns="243840" anchor="t" anchorCtr="0">
              <a:no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sz="1700" b="1" i="0" cap="none" spc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cs typeface="Arial" panose="020B0604020202020204" pitchFamily="34" charset="0"/>
                </a:defRPr>
              </a:lvl1pPr>
            </a:lstStyle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  <a:p>
              <a:pPr defTabSz="914400">
                <a:defRPr/>
              </a:pPr>
              <a:endParaRPr lang="en-US" sz="2800" kern="0" dirty="0">
                <a:latin typeface="Segoe UI Light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Presentation Title Rectangle"/>
            <p:cNvSpPr txBox="1"/>
            <p:nvPr/>
          </p:nvSpPr>
          <p:spPr>
            <a:xfrm>
              <a:off x="3263465" y="3164732"/>
              <a:ext cx="2508401" cy="956853"/>
            </a:xfrm>
            <a:prstGeom prst="rect">
              <a:avLst/>
            </a:prstGeom>
            <a:noFill/>
            <a:effectLst/>
          </p:spPr>
          <p:txBody>
            <a:bodyPr lIns="182880" tIns="60960" rIns="60960" bIns="60960" anchor="t" anchorCtr="0">
              <a:no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sz="1700" b="1" i="0" cap="none" spc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cs typeface="Arial" panose="020B0604020202020204" pitchFamily="34" charset="0"/>
                </a:defRPr>
              </a:lvl1pPr>
            </a:lstStyle>
            <a:p>
              <a:pPr algn="ctr" defTabSz="1218565">
                <a:lnSpc>
                  <a:spcPct val="110000"/>
                </a:lnSpc>
                <a:defRPr/>
              </a:pPr>
              <a:r>
                <a:rPr lang="zh-CN" altLang="en-US" sz="1600" b="0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b="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b="0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b="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  <a:p>
              <a:pPr algn="ctr">
                <a:lnSpc>
                  <a:spcPct val="110000"/>
                </a:lnSpc>
              </a:pPr>
              <a:r>
                <a:rPr lang="zh-CN" altLang="en-US" sz="1600" b="0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Segoe UI" panose="020B0502040204020203" pitchFamily="34" charset="0"/>
                </a:rPr>
                <a:t>单击此处添加文本</a:t>
              </a:r>
              <a:endParaRPr lang="en-US" altLang="zh-CN" sz="1600" b="0" kern="0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  <p:sp>
          <p:nvSpPr>
            <p:cNvPr id="19" name="Presentation Title Rectangle"/>
            <p:cNvSpPr txBox="1"/>
            <p:nvPr/>
          </p:nvSpPr>
          <p:spPr>
            <a:xfrm>
              <a:off x="3317797" y="1111767"/>
              <a:ext cx="2508401" cy="19655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  <a:effectLst/>
          </p:spPr>
          <p:txBody>
            <a:bodyPr lIns="243840" rIns="182880" bIns="243840" anchor="t" anchorCtr="0">
              <a:noAutofit/>
            </a:bodyPr>
            <a:lstStyle>
              <a:defPPr>
                <a:defRPr lang="en-US"/>
              </a:defPPr>
              <a:lvl1pPr>
                <a:lnSpc>
                  <a:spcPct val="90000"/>
                </a:lnSpc>
                <a:spcBef>
                  <a:spcPct val="0"/>
                </a:spcBef>
                <a:buNone/>
                <a:defRPr sz="1700" b="1" i="0" cap="none" spc="0" baseline="0">
                  <a:ln w="3175">
                    <a:noFill/>
                  </a:ln>
                  <a:gradFill flip="none" rotWithShape="1">
                    <a:gsLst>
                      <a:gs pos="4583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  <a:tileRect/>
                  </a:gradFill>
                  <a:effectLst/>
                  <a:latin typeface="+mj-lt"/>
                  <a:cs typeface="Arial" panose="020B0604020202020204" pitchFamily="34" charset="0"/>
                </a:defRPr>
              </a:lvl1pPr>
            </a:lstStyle>
            <a:p>
              <a:pPr defTabSz="914400">
                <a:defRPr/>
              </a:pPr>
              <a:r>
                <a:rPr lang="zh-CN" altLang="en-US" sz="3200" kern="0" dirty="0">
                  <a:latin typeface="Segoe UI Light" panose="020B0502040204020203" pitchFamily="34" charset="0"/>
                  <a:ea typeface="微软雅黑" panose="020B0503020204020204" pitchFamily="34" charset="-122"/>
                  <a:cs typeface="Segoe UI" panose="020B0502040204020203" pitchFamily="34" charset="0"/>
                </a:rPr>
                <a:t>主题二</a:t>
              </a:r>
              <a:endParaRPr lang="en-US" altLang="zh-CN" sz="3200" kern="0" dirty="0">
                <a:latin typeface="Segoe UI Light" panose="020B0502040204020203" pitchFamily="34" charset="0"/>
                <a:ea typeface="微软雅黑" panose="020B0503020204020204" pitchFamily="34" charset="-122"/>
                <a:cs typeface="Segoe UI" panose="020B0502040204020203" pitchFamily="34" charset="0"/>
              </a:endParaRPr>
            </a:p>
          </p:txBody>
        </p:sp>
        <p:sp>
          <p:nvSpPr>
            <p:cNvPr id="20" name="Freeform 15"/>
            <p:cNvSpPr>
              <a:spLocks noEditPoints="1"/>
            </p:cNvSpPr>
            <p:nvPr/>
          </p:nvSpPr>
          <p:spPr bwMode="black">
            <a:xfrm>
              <a:off x="4101967" y="1763407"/>
              <a:ext cx="940061" cy="940897"/>
            </a:xfrm>
            <a:custGeom>
              <a:avLst/>
              <a:gdLst>
                <a:gd name="T0" fmla="*/ 455 w 708"/>
                <a:gd name="T1" fmla="*/ 121 h 709"/>
                <a:gd name="T2" fmla="*/ 392 w 708"/>
                <a:gd name="T3" fmla="*/ 121 h 709"/>
                <a:gd name="T4" fmla="*/ 392 w 708"/>
                <a:gd name="T5" fmla="*/ 206 h 709"/>
                <a:gd name="T6" fmla="*/ 316 w 708"/>
                <a:gd name="T7" fmla="*/ 206 h 709"/>
                <a:gd name="T8" fmla="*/ 316 w 708"/>
                <a:gd name="T9" fmla="*/ 121 h 709"/>
                <a:gd name="T10" fmla="*/ 250 w 708"/>
                <a:gd name="T11" fmla="*/ 121 h 709"/>
                <a:gd name="T12" fmla="*/ 354 w 708"/>
                <a:gd name="T13" fmla="*/ 0 h 709"/>
                <a:gd name="T14" fmla="*/ 455 w 708"/>
                <a:gd name="T15" fmla="*/ 121 h 709"/>
                <a:gd name="T16" fmla="*/ 205 w 708"/>
                <a:gd name="T17" fmla="*/ 371 h 709"/>
                <a:gd name="T18" fmla="*/ 139 w 708"/>
                <a:gd name="T19" fmla="*/ 371 h 709"/>
                <a:gd name="T20" fmla="*/ 139 w 708"/>
                <a:gd name="T21" fmla="*/ 456 h 709"/>
                <a:gd name="T22" fmla="*/ 63 w 708"/>
                <a:gd name="T23" fmla="*/ 456 h 709"/>
                <a:gd name="T24" fmla="*/ 63 w 708"/>
                <a:gd name="T25" fmla="*/ 371 h 709"/>
                <a:gd name="T26" fmla="*/ 0 w 708"/>
                <a:gd name="T27" fmla="*/ 371 h 709"/>
                <a:gd name="T28" fmla="*/ 101 w 708"/>
                <a:gd name="T29" fmla="*/ 251 h 709"/>
                <a:gd name="T30" fmla="*/ 205 w 708"/>
                <a:gd name="T31" fmla="*/ 371 h 709"/>
                <a:gd name="T32" fmla="*/ 205 w 708"/>
                <a:gd name="T33" fmla="*/ 503 h 709"/>
                <a:gd name="T34" fmla="*/ 0 w 708"/>
                <a:gd name="T35" fmla="*/ 503 h 709"/>
                <a:gd name="T36" fmla="*/ 0 w 708"/>
                <a:gd name="T37" fmla="*/ 709 h 709"/>
                <a:gd name="T38" fmla="*/ 205 w 708"/>
                <a:gd name="T39" fmla="*/ 709 h 709"/>
                <a:gd name="T40" fmla="*/ 205 w 708"/>
                <a:gd name="T41" fmla="*/ 503 h 709"/>
                <a:gd name="T42" fmla="*/ 708 w 708"/>
                <a:gd name="T43" fmla="*/ 503 h 709"/>
                <a:gd name="T44" fmla="*/ 503 w 708"/>
                <a:gd name="T45" fmla="*/ 503 h 709"/>
                <a:gd name="T46" fmla="*/ 503 w 708"/>
                <a:gd name="T47" fmla="*/ 709 h 709"/>
                <a:gd name="T48" fmla="*/ 708 w 708"/>
                <a:gd name="T49" fmla="*/ 709 h 709"/>
                <a:gd name="T50" fmla="*/ 708 w 708"/>
                <a:gd name="T51" fmla="*/ 503 h 709"/>
                <a:gd name="T52" fmla="*/ 708 w 708"/>
                <a:gd name="T53" fmla="*/ 0 h 709"/>
                <a:gd name="T54" fmla="*/ 503 w 708"/>
                <a:gd name="T55" fmla="*/ 0 h 709"/>
                <a:gd name="T56" fmla="*/ 503 w 708"/>
                <a:gd name="T57" fmla="*/ 206 h 709"/>
                <a:gd name="T58" fmla="*/ 708 w 708"/>
                <a:gd name="T59" fmla="*/ 206 h 709"/>
                <a:gd name="T60" fmla="*/ 708 w 708"/>
                <a:gd name="T61" fmla="*/ 0 h 709"/>
                <a:gd name="T62" fmla="*/ 708 w 708"/>
                <a:gd name="T63" fmla="*/ 251 h 709"/>
                <a:gd name="T64" fmla="*/ 503 w 708"/>
                <a:gd name="T65" fmla="*/ 251 h 709"/>
                <a:gd name="T66" fmla="*/ 503 w 708"/>
                <a:gd name="T67" fmla="*/ 456 h 709"/>
                <a:gd name="T68" fmla="*/ 708 w 708"/>
                <a:gd name="T69" fmla="*/ 456 h 709"/>
                <a:gd name="T70" fmla="*/ 708 w 708"/>
                <a:gd name="T71" fmla="*/ 251 h 709"/>
                <a:gd name="T72" fmla="*/ 455 w 708"/>
                <a:gd name="T73" fmla="*/ 251 h 709"/>
                <a:gd name="T74" fmla="*/ 250 w 708"/>
                <a:gd name="T75" fmla="*/ 251 h 709"/>
                <a:gd name="T76" fmla="*/ 250 w 708"/>
                <a:gd name="T77" fmla="*/ 456 h 709"/>
                <a:gd name="T78" fmla="*/ 455 w 708"/>
                <a:gd name="T79" fmla="*/ 456 h 709"/>
                <a:gd name="T80" fmla="*/ 455 w 708"/>
                <a:gd name="T81" fmla="*/ 251 h 709"/>
                <a:gd name="T82" fmla="*/ 455 w 708"/>
                <a:gd name="T83" fmla="*/ 503 h 709"/>
                <a:gd name="T84" fmla="*/ 250 w 708"/>
                <a:gd name="T85" fmla="*/ 503 h 709"/>
                <a:gd name="T86" fmla="*/ 250 w 708"/>
                <a:gd name="T87" fmla="*/ 709 h 709"/>
                <a:gd name="T88" fmla="*/ 455 w 708"/>
                <a:gd name="T89" fmla="*/ 709 h 709"/>
                <a:gd name="T90" fmla="*/ 455 w 708"/>
                <a:gd name="T91" fmla="*/ 503 h 7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08" h="709">
                  <a:moveTo>
                    <a:pt x="455" y="121"/>
                  </a:moveTo>
                  <a:lnTo>
                    <a:pt x="392" y="121"/>
                  </a:lnTo>
                  <a:lnTo>
                    <a:pt x="392" y="206"/>
                  </a:lnTo>
                  <a:lnTo>
                    <a:pt x="316" y="206"/>
                  </a:lnTo>
                  <a:lnTo>
                    <a:pt x="316" y="121"/>
                  </a:lnTo>
                  <a:lnTo>
                    <a:pt x="250" y="121"/>
                  </a:lnTo>
                  <a:lnTo>
                    <a:pt x="354" y="0"/>
                  </a:lnTo>
                  <a:lnTo>
                    <a:pt x="455" y="121"/>
                  </a:lnTo>
                  <a:close/>
                  <a:moveTo>
                    <a:pt x="205" y="371"/>
                  </a:moveTo>
                  <a:lnTo>
                    <a:pt x="139" y="371"/>
                  </a:lnTo>
                  <a:lnTo>
                    <a:pt x="139" y="456"/>
                  </a:lnTo>
                  <a:lnTo>
                    <a:pt x="63" y="456"/>
                  </a:lnTo>
                  <a:lnTo>
                    <a:pt x="63" y="371"/>
                  </a:lnTo>
                  <a:lnTo>
                    <a:pt x="0" y="371"/>
                  </a:lnTo>
                  <a:lnTo>
                    <a:pt x="101" y="251"/>
                  </a:lnTo>
                  <a:lnTo>
                    <a:pt x="205" y="371"/>
                  </a:lnTo>
                  <a:close/>
                  <a:moveTo>
                    <a:pt x="205" y="503"/>
                  </a:moveTo>
                  <a:lnTo>
                    <a:pt x="0" y="503"/>
                  </a:lnTo>
                  <a:lnTo>
                    <a:pt x="0" y="709"/>
                  </a:lnTo>
                  <a:lnTo>
                    <a:pt x="205" y="709"/>
                  </a:lnTo>
                  <a:lnTo>
                    <a:pt x="205" y="503"/>
                  </a:lnTo>
                  <a:close/>
                  <a:moveTo>
                    <a:pt x="708" y="503"/>
                  </a:moveTo>
                  <a:lnTo>
                    <a:pt x="503" y="503"/>
                  </a:lnTo>
                  <a:lnTo>
                    <a:pt x="503" y="709"/>
                  </a:lnTo>
                  <a:lnTo>
                    <a:pt x="708" y="709"/>
                  </a:lnTo>
                  <a:lnTo>
                    <a:pt x="708" y="503"/>
                  </a:lnTo>
                  <a:close/>
                  <a:moveTo>
                    <a:pt x="708" y="0"/>
                  </a:moveTo>
                  <a:lnTo>
                    <a:pt x="503" y="0"/>
                  </a:lnTo>
                  <a:lnTo>
                    <a:pt x="503" y="206"/>
                  </a:lnTo>
                  <a:lnTo>
                    <a:pt x="708" y="206"/>
                  </a:lnTo>
                  <a:lnTo>
                    <a:pt x="708" y="0"/>
                  </a:lnTo>
                  <a:close/>
                  <a:moveTo>
                    <a:pt x="708" y="251"/>
                  </a:moveTo>
                  <a:lnTo>
                    <a:pt x="503" y="251"/>
                  </a:lnTo>
                  <a:lnTo>
                    <a:pt x="503" y="456"/>
                  </a:lnTo>
                  <a:lnTo>
                    <a:pt x="708" y="456"/>
                  </a:lnTo>
                  <a:lnTo>
                    <a:pt x="708" y="251"/>
                  </a:lnTo>
                  <a:close/>
                  <a:moveTo>
                    <a:pt x="455" y="251"/>
                  </a:moveTo>
                  <a:lnTo>
                    <a:pt x="250" y="251"/>
                  </a:lnTo>
                  <a:lnTo>
                    <a:pt x="250" y="456"/>
                  </a:lnTo>
                  <a:lnTo>
                    <a:pt x="455" y="456"/>
                  </a:lnTo>
                  <a:lnTo>
                    <a:pt x="455" y="251"/>
                  </a:lnTo>
                  <a:close/>
                  <a:moveTo>
                    <a:pt x="455" y="503"/>
                  </a:moveTo>
                  <a:lnTo>
                    <a:pt x="250" y="503"/>
                  </a:lnTo>
                  <a:lnTo>
                    <a:pt x="250" y="709"/>
                  </a:lnTo>
                  <a:lnTo>
                    <a:pt x="455" y="709"/>
                  </a:lnTo>
                  <a:lnTo>
                    <a:pt x="455" y="5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109740" tIns="54871" rIns="109740" bIns="54871" numCol="1" anchor="t" anchorCtr="0" compatLnSpc="1"/>
            <a:lstStyle/>
            <a:p>
              <a:pPr>
                <a:defRPr/>
              </a:pPr>
              <a:endParaRPr lang="en-US" sz="1600" kern="0" dirty="0">
                <a:solidFill>
                  <a:sysClr val="windowText" lastClr="000000"/>
                </a:solidFill>
                <a:latin typeface="Verdana" panose="020B06040305040402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98"/>
          <a:stretch>
            <a:fillRect/>
          </a:stretch>
        </p:blipFill>
        <p:spPr>
          <a:xfrm rot="10800000">
            <a:off x="0" y="0"/>
            <a:ext cx="5718236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998602" y="1586031"/>
            <a:ext cx="598433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科技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改变</a:t>
            </a:r>
            <a:r>
              <a:rPr lang="zh-CN" altLang="en-US" sz="4400" spc="-7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生活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   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智慧</a:t>
            </a:r>
            <a:r>
              <a:rPr lang="zh-CN" altLang="en-US" sz="4400" spc="-7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启笛简体" panose="02000000000000000000" pitchFamily="2" charset="-122"/>
                <a:ea typeface="方正启笛简体" panose="02000000000000000000" pitchFamily="2" charset="-122"/>
                <a:cs typeface="+mn-ea"/>
                <a:sym typeface="+mn-lt"/>
              </a:rPr>
              <a:t>创造未来</a:t>
            </a:r>
            <a:endParaRPr lang="zh-CN" altLang="en-US" sz="4400" spc="-75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方正启笛简体" panose="02000000000000000000" pitchFamily="2" charset="-122"/>
              <a:ea typeface="方正启笛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6" name="TextBox 36"/>
          <p:cNvSpPr txBox="1"/>
          <p:nvPr/>
        </p:nvSpPr>
        <p:spPr>
          <a:xfrm>
            <a:off x="2967220" y="5209437"/>
            <a:ext cx="6047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inpin heiti" panose="00000500000000000000" pitchFamily="2" charset="-122"/>
              </a:rPr>
              <a:t>输入企业名称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inpin heiti" panose="00000500000000000000" pitchFamily="2" charset="-122"/>
            </a:endParaRPr>
          </a:p>
        </p:txBody>
      </p:sp>
      <p:sp>
        <p:nvSpPr>
          <p:cNvPr id="7" name="标题 4"/>
          <p:cNvSpPr txBox="1"/>
          <p:nvPr/>
        </p:nvSpPr>
        <p:spPr>
          <a:xfrm>
            <a:off x="3024554" y="4546371"/>
            <a:ext cx="5932429" cy="61377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Your content is typed here, or by copying your text, select Paste in this box and choose to retain only the text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Your content is typed here, 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by copying your text, select </a:t>
            </a:r>
            <a:r>
              <a:rPr lang="en-US" altLang="zh-CN" sz="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Paste in this box and choose to retain only the text</a:t>
            </a:r>
            <a:r>
              <a:rPr lang="en-US" altLang="zh-CN" sz="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499" y="2328812"/>
            <a:ext cx="8509002" cy="24183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4782</Words>
  <Application>WPS 演示</Application>
  <PresentationFormat>宽屏</PresentationFormat>
  <Paragraphs>530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57" baseType="lpstr">
      <vt:lpstr>Arial</vt:lpstr>
      <vt:lpstr>宋体</vt:lpstr>
      <vt:lpstr>Wingdings</vt:lpstr>
      <vt:lpstr>方正启笛简体</vt:lpstr>
      <vt:lpstr>微软雅黑</vt:lpstr>
      <vt:lpstr>inpin heiti</vt:lpstr>
      <vt:lpstr>HelveticaNeueLT Pro 35 Th</vt:lpstr>
      <vt:lpstr>Segoe Print</vt:lpstr>
      <vt:lpstr>华文细黑</vt:lpstr>
      <vt:lpstr>华文黑体</vt:lpstr>
      <vt:lpstr>黑体</vt:lpstr>
      <vt:lpstr>Impact</vt:lpstr>
      <vt:lpstr>等线</vt:lpstr>
      <vt:lpstr>Calibri</vt:lpstr>
      <vt:lpstr>Agency FB</vt:lpstr>
      <vt:lpstr>MS PGothic</vt:lpstr>
      <vt:lpstr>Neris Thin</vt:lpstr>
      <vt:lpstr>Roboto Condensed</vt:lpstr>
      <vt:lpstr>Wide Latin</vt:lpstr>
      <vt:lpstr>Arial</vt:lpstr>
      <vt:lpstr>Helvetica Light</vt:lpstr>
      <vt:lpstr>Kontrapunkt Bob Bold</vt:lpstr>
      <vt:lpstr>Arial Unicode MS</vt:lpstr>
      <vt:lpstr>Calibri Light</vt:lpstr>
      <vt:lpstr>方正兰亭黑_GBK</vt:lpstr>
      <vt:lpstr>Segoe UI</vt:lpstr>
      <vt:lpstr>Segoe</vt:lpstr>
      <vt:lpstr>Segoe UI Light</vt:lpstr>
      <vt:lpstr>Verdana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Orlando</cp:lastModifiedBy>
  <cp:revision>13</cp:revision>
  <dcterms:created xsi:type="dcterms:W3CDTF">2019-06-09T06:50:00Z</dcterms:created>
  <dcterms:modified xsi:type="dcterms:W3CDTF">2026-01-18T08:16:27Z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4BC252CBF1094640885C57280BB07F3F_13</vt:lpwstr>
  </property>
  <property fmtid="{D5CDD505-2E9C-101B-9397-08002B2CF9AE}" pid="3" name="KSOProductBuildVer">
    <vt:lpwstr>2052-12.1.0.24657</vt:lpwstr>
  </property>
</Properties>
</file>